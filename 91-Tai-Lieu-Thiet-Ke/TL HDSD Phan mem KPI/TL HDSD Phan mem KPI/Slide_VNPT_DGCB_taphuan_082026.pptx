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2"/>
    <p:sldMasterId id="2147483681" r:id="rId3"/>
  </p:sldMasterIdLst>
  <p:notesMasterIdLst>
    <p:notesMasterId r:id="rId41"/>
  </p:notesMasterIdLst>
  <p:sldIdLst>
    <p:sldId id="256" r:id="rId4"/>
    <p:sldId id="257" r:id="rId5"/>
    <p:sldId id="258" r:id="rId6"/>
    <p:sldId id="259" r:id="rId7"/>
    <p:sldId id="261" r:id="rId8"/>
    <p:sldId id="262" r:id="rId9"/>
    <p:sldId id="263" r:id="rId10"/>
    <p:sldId id="264" r:id="rId11"/>
    <p:sldId id="265" r:id="rId12"/>
    <p:sldId id="266" r:id="rId13"/>
    <p:sldId id="2147475899" r:id="rId14"/>
    <p:sldId id="2147475887" r:id="rId15"/>
    <p:sldId id="2147475888" r:id="rId16"/>
    <p:sldId id="269" r:id="rId17"/>
    <p:sldId id="270" r:id="rId18"/>
    <p:sldId id="2147475900" r:id="rId19"/>
    <p:sldId id="2147475904" r:id="rId20"/>
    <p:sldId id="2147475902" r:id="rId21"/>
    <p:sldId id="2147475905" r:id="rId22"/>
    <p:sldId id="2147475906" r:id="rId23"/>
    <p:sldId id="2147475908" r:id="rId24"/>
    <p:sldId id="2147475909" r:id="rId25"/>
    <p:sldId id="2147475910" r:id="rId26"/>
    <p:sldId id="2147475911" r:id="rId27"/>
    <p:sldId id="2147475889" r:id="rId28"/>
    <p:sldId id="2147475894" r:id="rId29"/>
    <p:sldId id="2147475890" r:id="rId30"/>
    <p:sldId id="2147475897" r:id="rId31"/>
    <p:sldId id="2147475895" r:id="rId32"/>
    <p:sldId id="2147475896" r:id="rId33"/>
    <p:sldId id="2147475898" r:id="rId34"/>
    <p:sldId id="273" r:id="rId35"/>
    <p:sldId id="274" r:id="rId36"/>
    <p:sldId id="2147475891" r:id="rId37"/>
    <p:sldId id="2147475893" r:id="rId38"/>
    <p:sldId id="2147475892" r:id="rId39"/>
    <p:sldId id="278" r:id="rId40"/>
  </p:sldIdLst>
  <p:sldSz cx="12192000" cy="6858000"/>
  <p:notesSz cx="6858000" cy="9240838"/>
  <p:embeddedFontLst>
    <p:embeddedFont>
      <p:font typeface="Montserrat" panose="020B0604020202020204" charset="0"/>
      <p:regular r:id="rId42"/>
      <p:bold r:id="rId43"/>
      <p:italic r:id="rId44"/>
      <p:boldItalic r:id="rId45"/>
    </p:embeddedFont>
    <p:embeddedFont>
      <p:font typeface="Calibri" panose="020F0502020204030204" pitchFamily="34" charset="0"/>
      <p:regular r:id="rId46"/>
      <p:bold r:id="rId47"/>
      <p:italic r:id="rId48"/>
      <p:boldItalic r:id="rId49"/>
    </p:embeddedFont>
    <p:embeddedFont>
      <p:font typeface="Lato" panose="020B0604020202020204" charset="0"/>
      <p:regular r:id="rId50"/>
      <p:bold r:id="rId51"/>
      <p:italic r:id="rId52"/>
      <p:boldItalic r:id="rId53"/>
    </p:embeddedFont>
    <p:embeddedFont>
      <p:font typeface="Open Sans" panose="020B0604020202020204" charset="0"/>
      <p:regular r:id="rId54"/>
      <p:bold r:id="rId55"/>
      <p:italic r:id="rId56"/>
      <p:boldItalic r:id="rId57"/>
    </p:embeddedFont>
    <p:embeddedFont>
      <p:font typeface="Tahoma" panose="020B0604030504040204" pitchFamily="34" charset="0"/>
      <p:regular r:id="rId58"/>
      <p:bold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4" roundtripDataSignature="AMtx7mh2aYw0Z+vWEHQzDgvXmnTcW9Nh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478" autoAdjust="0"/>
  </p:normalViewPr>
  <p:slideViewPr>
    <p:cSldViewPr snapToGrid="0">
      <p:cViewPr varScale="1">
        <p:scale>
          <a:sx n="43" d="100"/>
          <a:sy n="43" d="100"/>
        </p:scale>
        <p:origin x="1674" y="4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notesMaster" Target="notesMasters/notesMaster1.xml"/><Relationship Id="rId54"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66"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3.fntdata"/><Relationship Id="rId52" Type="http://schemas.openxmlformats.org/officeDocument/2006/relationships/font" Target="fonts/font11.fntdata"/><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customschemas.google.com/relationships/presentationmetadata" Target="metadata"/><Relationship Id="rId8" Type="http://schemas.openxmlformats.org/officeDocument/2006/relationships/slide" Target="slides/slide5.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5.fntdata"/><Relationship Id="rId59" Type="http://schemas.openxmlformats.org/officeDocument/2006/relationships/font" Target="fonts/font18.fntdata"/><Relationship Id="rId6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71800" cy="46364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4" y="1"/>
            <a:ext cx="2971800" cy="46364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7194"/>
            <a:ext cx="2971800" cy="46364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537287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3244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2: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62" name="Google Shape;262;p2: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653839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7" name="Google Shape;277;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1400"/>
              <a:buFont typeface="Calibri"/>
              <a:buNone/>
            </a:pPr>
            <a:endParaRPr/>
          </a:p>
        </p:txBody>
      </p:sp>
      <p:sp>
        <p:nvSpPr>
          <p:cNvPr id="278" name="Google Shape;278;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2386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4: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4:notes"/>
          <p:cNvSpPr txBox="1">
            <a:spLocks noGrp="1"/>
          </p:cNvSpPr>
          <p:nvPr>
            <p:ph type="body" idx="1"/>
          </p:nvPr>
        </p:nvSpPr>
        <p:spPr>
          <a:xfrm>
            <a:off x="685800" y="4447152"/>
            <a:ext cx="5486400" cy="363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Ngoài ra có sổ tay hướng dẫn xây dựng bộ tiêu chí và triểu khai đánh giá kết quả thực hiện nhiệm vụ công chức</a:t>
            </a:r>
            <a:endParaRPr/>
          </a:p>
        </p:txBody>
      </p:sp>
      <p:sp>
        <p:nvSpPr>
          <p:cNvPr id="290" name="Google Shape;290;p4:notes"/>
          <p:cNvSpPr txBox="1">
            <a:spLocks noGrp="1"/>
          </p:cNvSpPr>
          <p:nvPr>
            <p:ph type="sldNum" idx="12"/>
          </p:nvPr>
        </p:nvSpPr>
        <p:spPr>
          <a:xfrm>
            <a:off x="3884614" y="8777194"/>
            <a:ext cx="2971800" cy="463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2566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6: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6:notes"/>
          <p:cNvSpPr txBox="1">
            <a:spLocks noGrp="1"/>
          </p:cNvSpPr>
          <p:nvPr>
            <p:ph type="body" idx="1"/>
          </p:nvPr>
        </p:nvSpPr>
        <p:spPr>
          <a:xfrm>
            <a:off x="685800" y="4447152"/>
            <a:ext cx="5486400" cy="363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err="1"/>
              <a:t>Hệ</a:t>
            </a:r>
            <a:r>
              <a:rPr lang="en-US" dirty="0"/>
              <a:t> </a:t>
            </a:r>
            <a:r>
              <a:rPr lang="en-US" dirty="0" err="1"/>
              <a:t>thống</a:t>
            </a:r>
            <a:r>
              <a:rPr lang="en-US" dirty="0"/>
              <a:t> </a:t>
            </a:r>
            <a:r>
              <a:rPr lang="en-US" dirty="0" err="1"/>
              <a:t>được</a:t>
            </a:r>
            <a:r>
              <a:rPr lang="en-US" dirty="0"/>
              <a:t> </a:t>
            </a:r>
            <a:r>
              <a:rPr lang="en-US" dirty="0" err="1"/>
              <a:t>thiết</a:t>
            </a:r>
            <a:r>
              <a:rPr lang="en-US" dirty="0"/>
              <a:t> </a:t>
            </a:r>
            <a:r>
              <a:rPr lang="en-US" dirty="0" err="1"/>
              <a:t>kế</a:t>
            </a:r>
            <a:r>
              <a:rPr lang="en-US" dirty="0"/>
              <a:t> </a:t>
            </a:r>
            <a:r>
              <a:rPr lang="en-US" dirty="0" err="1"/>
              <a:t>theo</a:t>
            </a:r>
            <a:r>
              <a:rPr lang="en-US" dirty="0"/>
              <a:t> </a:t>
            </a:r>
            <a:r>
              <a:rPr lang="en-US" dirty="0" err="1"/>
              <a:t>định</a:t>
            </a:r>
            <a:r>
              <a:rPr lang="en-US" dirty="0"/>
              <a:t> </a:t>
            </a:r>
            <a:r>
              <a:rPr lang="en-US" dirty="0" err="1"/>
              <a:t>hướng</a:t>
            </a:r>
            <a:r>
              <a:rPr lang="en-US" dirty="0"/>
              <a:t> </a:t>
            </a:r>
            <a:r>
              <a:rPr lang="en-US" b="1" dirty="0" err="1"/>
              <a:t>quản</a:t>
            </a:r>
            <a:r>
              <a:rPr lang="en-US" b="1" dirty="0"/>
              <a:t> </a:t>
            </a:r>
            <a:r>
              <a:rPr lang="en-US" b="1" dirty="0" err="1"/>
              <a:t>trị</a:t>
            </a:r>
            <a:r>
              <a:rPr lang="en-US" b="1" dirty="0"/>
              <a:t> </a:t>
            </a:r>
            <a:r>
              <a:rPr lang="en-US" b="1" dirty="0" err="1"/>
              <a:t>hiệu</a:t>
            </a:r>
            <a:r>
              <a:rPr lang="en-US" b="1" dirty="0"/>
              <a:t> </a:t>
            </a:r>
            <a:r>
              <a:rPr lang="en-US" b="1" dirty="0" err="1"/>
              <a:t>quả</a:t>
            </a:r>
            <a:r>
              <a:rPr lang="en-US" b="1" dirty="0"/>
              <a:t> </a:t>
            </a:r>
            <a:r>
              <a:rPr lang="en-US" b="1" dirty="0" err="1"/>
              <a:t>công</a:t>
            </a:r>
            <a:r>
              <a:rPr lang="en-US" b="1" dirty="0"/>
              <a:t> </a:t>
            </a:r>
            <a:r>
              <a:rPr lang="en-US" b="1" dirty="0" err="1"/>
              <a:t>việc</a:t>
            </a:r>
            <a:r>
              <a:rPr lang="en-US" dirty="0"/>
              <a:t>, </a:t>
            </a:r>
            <a:r>
              <a:rPr lang="en-US" dirty="0" err="1"/>
              <a:t>lấy</a:t>
            </a:r>
            <a:r>
              <a:rPr lang="en-US" dirty="0"/>
              <a:t> </a:t>
            </a:r>
            <a:r>
              <a:rPr lang="en-US" dirty="0" err="1"/>
              <a:t>kết</a:t>
            </a:r>
            <a:r>
              <a:rPr lang="en-US" dirty="0"/>
              <a:t> </a:t>
            </a:r>
            <a:r>
              <a:rPr lang="en-US" dirty="0" err="1"/>
              <a:t>quả</a:t>
            </a:r>
            <a:r>
              <a:rPr lang="en-US" dirty="0"/>
              <a:t> </a:t>
            </a:r>
            <a:r>
              <a:rPr lang="en-US" dirty="0" err="1"/>
              <a:t>làm</a:t>
            </a:r>
            <a:r>
              <a:rPr lang="en-US" dirty="0"/>
              <a:t> </a:t>
            </a:r>
            <a:r>
              <a:rPr lang="en-US" dirty="0" err="1"/>
              <a:t>trung</a:t>
            </a:r>
            <a:r>
              <a:rPr lang="en-US" dirty="0"/>
              <a:t> </a:t>
            </a:r>
            <a:r>
              <a:rPr lang="en-US" dirty="0" err="1"/>
              <a:t>tâm</a:t>
            </a:r>
            <a:r>
              <a:rPr lang="en-US" dirty="0"/>
              <a:t>.</a:t>
            </a:r>
            <a:endParaRPr dirty="0"/>
          </a:p>
          <a:p>
            <a:pPr marL="0" lvl="0" indent="0" algn="l" rtl="0">
              <a:lnSpc>
                <a:spcPct val="100000"/>
              </a:lnSpc>
              <a:spcBef>
                <a:spcPts val="0"/>
              </a:spcBef>
              <a:spcAft>
                <a:spcPts val="0"/>
              </a:spcAft>
              <a:buSzPts val="1400"/>
              <a:buNone/>
            </a:pPr>
            <a:r>
              <a:rPr lang="en-US" dirty="0" err="1"/>
              <a:t>Điểm</a:t>
            </a:r>
            <a:r>
              <a:rPr lang="en-US" dirty="0"/>
              <a:t> </a:t>
            </a:r>
            <a:r>
              <a:rPr lang="en-US" dirty="0" err="1"/>
              <a:t>đánh</a:t>
            </a:r>
            <a:r>
              <a:rPr lang="en-US" dirty="0"/>
              <a:t> </a:t>
            </a:r>
            <a:r>
              <a:rPr lang="en-US" dirty="0" err="1"/>
              <a:t>giá</a:t>
            </a:r>
            <a:r>
              <a:rPr lang="en-US" dirty="0"/>
              <a:t> </a:t>
            </a:r>
            <a:r>
              <a:rPr lang="en-US" dirty="0" err="1"/>
              <a:t>được</a:t>
            </a:r>
            <a:r>
              <a:rPr lang="en-US" dirty="0"/>
              <a:t> </a:t>
            </a:r>
            <a:r>
              <a:rPr lang="en-US" dirty="0" err="1"/>
              <a:t>hình</a:t>
            </a:r>
            <a:r>
              <a:rPr lang="en-US" dirty="0"/>
              <a:t> </a:t>
            </a:r>
            <a:r>
              <a:rPr lang="en-US" dirty="0" err="1"/>
              <a:t>thành</a:t>
            </a:r>
            <a:r>
              <a:rPr lang="en-US" dirty="0"/>
              <a:t> </a:t>
            </a:r>
            <a:r>
              <a:rPr lang="en-US" b="1" dirty="0" err="1"/>
              <a:t>chủ</a:t>
            </a:r>
            <a:r>
              <a:rPr lang="en-US" b="1" dirty="0"/>
              <a:t> </a:t>
            </a:r>
            <a:r>
              <a:rPr lang="en-US" b="1" dirty="0" err="1"/>
              <a:t>yếu</a:t>
            </a:r>
            <a:r>
              <a:rPr lang="en-US" b="1" dirty="0"/>
              <a:t> </a:t>
            </a:r>
            <a:r>
              <a:rPr lang="en-US" b="1" dirty="0" err="1"/>
              <a:t>từ</a:t>
            </a:r>
            <a:r>
              <a:rPr lang="en-US" b="1" dirty="0"/>
              <a:t> </a:t>
            </a:r>
            <a:r>
              <a:rPr lang="en-US" b="1" dirty="0" err="1"/>
              <a:t>dữ</a:t>
            </a:r>
            <a:r>
              <a:rPr lang="en-US" b="1" dirty="0"/>
              <a:t> </a:t>
            </a:r>
            <a:r>
              <a:rPr lang="en-US" b="1" dirty="0" err="1"/>
              <a:t>liệu</a:t>
            </a:r>
            <a:r>
              <a:rPr lang="en-US" b="1" dirty="0"/>
              <a:t> </a:t>
            </a:r>
            <a:r>
              <a:rPr lang="en-US" b="1" dirty="0" err="1"/>
              <a:t>chuyên</a:t>
            </a:r>
            <a:r>
              <a:rPr lang="en-US" b="1" dirty="0"/>
              <a:t> </a:t>
            </a:r>
            <a:r>
              <a:rPr lang="en-US" b="1" dirty="0" err="1"/>
              <a:t>ngành</a:t>
            </a:r>
            <a:r>
              <a:rPr lang="en-US" b="1" dirty="0"/>
              <a:t> </a:t>
            </a:r>
            <a:r>
              <a:rPr lang="en-US" b="1" dirty="0" err="1"/>
              <a:t>có</a:t>
            </a:r>
            <a:r>
              <a:rPr lang="en-US" b="1" dirty="0"/>
              <a:t> </a:t>
            </a:r>
            <a:r>
              <a:rPr lang="en-US" b="1" dirty="0" err="1"/>
              <a:t>khả</a:t>
            </a:r>
            <a:r>
              <a:rPr lang="en-US" b="1" dirty="0"/>
              <a:t> </a:t>
            </a:r>
            <a:r>
              <a:rPr lang="en-US" b="1" dirty="0" err="1"/>
              <a:t>năng</a:t>
            </a:r>
            <a:r>
              <a:rPr lang="en-US" b="1" dirty="0"/>
              <a:t> </a:t>
            </a:r>
            <a:r>
              <a:rPr lang="en-US" b="1" dirty="0" err="1"/>
              <a:t>định</a:t>
            </a:r>
            <a:r>
              <a:rPr lang="en-US" b="1" dirty="0"/>
              <a:t> </a:t>
            </a:r>
            <a:r>
              <a:rPr lang="en-US" b="1" dirty="0" err="1"/>
              <a:t>lượng</a:t>
            </a:r>
            <a:r>
              <a:rPr lang="en-US" dirty="0"/>
              <a:t>, </a:t>
            </a:r>
            <a:r>
              <a:rPr lang="en-US" dirty="0" err="1"/>
              <a:t>hạn</a:t>
            </a:r>
            <a:r>
              <a:rPr lang="en-US" dirty="0"/>
              <a:t> </a:t>
            </a:r>
            <a:r>
              <a:rPr lang="en-US" dirty="0" err="1"/>
              <a:t>chế</a:t>
            </a:r>
            <a:r>
              <a:rPr lang="en-US" dirty="0"/>
              <a:t> </a:t>
            </a:r>
            <a:r>
              <a:rPr lang="en-US" dirty="0" err="1"/>
              <a:t>tối</a:t>
            </a:r>
            <a:r>
              <a:rPr lang="en-US" dirty="0"/>
              <a:t> </a:t>
            </a:r>
            <a:r>
              <a:rPr lang="en-US" dirty="0" err="1"/>
              <a:t>đa</a:t>
            </a:r>
            <a:r>
              <a:rPr lang="en-US" dirty="0"/>
              <a:t> </a:t>
            </a:r>
            <a:r>
              <a:rPr lang="en-US" dirty="0" err="1"/>
              <a:t>yếu</a:t>
            </a:r>
            <a:r>
              <a:rPr lang="en-US" dirty="0"/>
              <a:t> </a:t>
            </a:r>
            <a:r>
              <a:rPr lang="en-US" dirty="0" err="1"/>
              <a:t>tố</a:t>
            </a:r>
            <a:r>
              <a:rPr lang="en-US" dirty="0"/>
              <a:t> </a:t>
            </a:r>
            <a:r>
              <a:rPr lang="en-US" dirty="0" err="1"/>
              <a:t>cảm</a:t>
            </a:r>
            <a:r>
              <a:rPr lang="en-US" dirty="0"/>
              <a:t> </a:t>
            </a:r>
            <a:r>
              <a:rPr lang="en-US" dirty="0" err="1"/>
              <a:t>tính</a:t>
            </a:r>
            <a:r>
              <a:rPr lang="en-US" dirty="0"/>
              <a:t>. </a:t>
            </a:r>
            <a:endParaRPr dirty="0"/>
          </a:p>
          <a:p>
            <a:pPr marL="0" lvl="0" indent="0" algn="l" rtl="0">
              <a:lnSpc>
                <a:spcPct val="100000"/>
              </a:lnSpc>
              <a:spcBef>
                <a:spcPts val="0"/>
              </a:spcBef>
              <a:spcAft>
                <a:spcPts val="0"/>
              </a:spcAft>
              <a:buSzPts val="1400"/>
              <a:buNone/>
            </a:pPr>
            <a:r>
              <a:rPr lang="en-US" dirty="0" err="1"/>
              <a:t>Xây</a:t>
            </a:r>
            <a:r>
              <a:rPr lang="en-US" dirty="0"/>
              <a:t> </a:t>
            </a:r>
            <a:r>
              <a:rPr lang="en-US" dirty="0" err="1"/>
              <a:t>dựng</a:t>
            </a:r>
            <a:r>
              <a:rPr lang="en-US" dirty="0"/>
              <a:t> </a:t>
            </a:r>
            <a:r>
              <a:rPr lang="en-US" b="1" dirty="0" err="1"/>
              <a:t>bộ</a:t>
            </a:r>
            <a:r>
              <a:rPr lang="en-US" b="1" dirty="0"/>
              <a:t> KPI </a:t>
            </a:r>
            <a:r>
              <a:rPr lang="en-US" b="1" dirty="0" err="1"/>
              <a:t>riêng</a:t>
            </a:r>
            <a:r>
              <a:rPr lang="en-US" b="1" dirty="0"/>
              <a:t> </a:t>
            </a:r>
            <a:r>
              <a:rPr lang="en-US" b="1" dirty="0" err="1"/>
              <a:t>cho</a:t>
            </a:r>
            <a:r>
              <a:rPr lang="en-US" b="1" dirty="0"/>
              <a:t> </a:t>
            </a:r>
            <a:r>
              <a:rPr lang="en-US" b="1" dirty="0" err="1"/>
              <a:t>từng</a:t>
            </a:r>
            <a:r>
              <a:rPr lang="en-US" b="1" dirty="0"/>
              <a:t> </a:t>
            </a:r>
            <a:r>
              <a:rPr lang="en-US" b="1" dirty="0" err="1"/>
              <a:t>nhóm</a:t>
            </a:r>
            <a:r>
              <a:rPr lang="en-US" b="1" dirty="0"/>
              <a:t> </a:t>
            </a:r>
            <a:r>
              <a:rPr lang="en-US" b="1" dirty="0" err="1"/>
              <a:t>đối</a:t>
            </a:r>
            <a:r>
              <a:rPr lang="en-US" b="1" dirty="0"/>
              <a:t> </a:t>
            </a:r>
            <a:r>
              <a:rPr lang="en-US" b="1" dirty="0" err="1"/>
              <a:t>tượng</a:t>
            </a:r>
            <a:r>
              <a:rPr lang="en-US" dirty="0"/>
              <a:t>, </a:t>
            </a:r>
            <a:r>
              <a:rPr lang="en-US" dirty="0" err="1"/>
              <a:t>bao</a:t>
            </a:r>
            <a:r>
              <a:rPr lang="en-US" dirty="0"/>
              <a:t> </a:t>
            </a:r>
            <a:r>
              <a:rPr lang="en-US" dirty="0" err="1"/>
              <a:t>gồm</a:t>
            </a:r>
            <a:r>
              <a:rPr lang="en-US" dirty="0"/>
              <a:t>: </a:t>
            </a:r>
            <a:r>
              <a:rPr lang="en-US" dirty="0" err="1"/>
              <a:t>Lãnh</a:t>
            </a:r>
            <a:r>
              <a:rPr lang="en-US" dirty="0"/>
              <a:t> </a:t>
            </a:r>
            <a:r>
              <a:rPr lang="en-US" dirty="0" err="1"/>
              <a:t>đạo</a:t>
            </a:r>
            <a:r>
              <a:rPr lang="en-US" dirty="0"/>
              <a:t>, </a:t>
            </a:r>
            <a:r>
              <a:rPr lang="en-US" dirty="0" err="1"/>
              <a:t>công</a:t>
            </a:r>
            <a:r>
              <a:rPr lang="en-US" dirty="0"/>
              <a:t> </a:t>
            </a:r>
            <a:r>
              <a:rPr lang="en-US" dirty="0" err="1"/>
              <a:t>chức</a:t>
            </a:r>
            <a:r>
              <a:rPr lang="en-US" dirty="0"/>
              <a:t> </a:t>
            </a:r>
            <a:r>
              <a:rPr lang="en-US" dirty="0" err="1"/>
              <a:t>tham</a:t>
            </a:r>
            <a:r>
              <a:rPr lang="en-US" dirty="0"/>
              <a:t> </a:t>
            </a:r>
            <a:r>
              <a:rPr lang="en-US" dirty="0" err="1"/>
              <a:t>mưu</a:t>
            </a:r>
            <a:r>
              <a:rPr lang="en-US" dirty="0"/>
              <a:t>, </a:t>
            </a:r>
            <a:r>
              <a:rPr lang="en-US" dirty="0" err="1"/>
              <a:t>công</a:t>
            </a:r>
            <a:r>
              <a:rPr lang="en-US" dirty="0"/>
              <a:t> </a:t>
            </a:r>
            <a:r>
              <a:rPr lang="en-US" dirty="0" err="1"/>
              <a:t>chức</a:t>
            </a:r>
            <a:r>
              <a:rPr lang="en-US" dirty="0"/>
              <a:t> </a:t>
            </a:r>
            <a:r>
              <a:rPr lang="en-US" dirty="0" err="1"/>
              <a:t>chuyên</a:t>
            </a:r>
            <a:r>
              <a:rPr lang="en-US" dirty="0"/>
              <a:t> </a:t>
            </a:r>
            <a:r>
              <a:rPr lang="en-US" dirty="0" err="1"/>
              <a:t>môn</a:t>
            </a:r>
            <a:r>
              <a:rPr lang="en-US" dirty="0"/>
              <a:t>, </a:t>
            </a:r>
            <a:r>
              <a:rPr lang="en-US" dirty="0" err="1"/>
              <a:t>viên</a:t>
            </a:r>
            <a:r>
              <a:rPr lang="en-US" dirty="0"/>
              <a:t> </a:t>
            </a:r>
            <a:r>
              <a:rPr lang="en-US" dirty="0" err="1"/>
              <a:t>chức</a:t>
            </a:r>
            <a:r>
              <a:rPr lang="en-US" dirty="0"/>
              <a:t> </a:t>
            </a:r>
            <a:r>
              <a:rPr lang="en-US" dirty="0" err="1"/>
              <a:t>sự</a:t>
            </a:r>
            <a:r>
              <a:rPr lang="en-US" dirty="0"/>
              <a:t> </a:t>
            </a:r>
            <a:r>
              <a:rPr lang="en-US" dirty="0" err="1"/>
              <a:t>nghiệp</a:t>
            </a:r>
            <a:r>
              <a:rPr lang="en-US" dirty="0"/>
              <a:t>,… </a:t>
            </a:r>
            <a:endParaRPr dirty="0"/>
          </a:p>
          <a:p>
            <a:pPr marL="0" lvl="0" indent="0" algn="l" rtl="0">
              <a:lnSpc>
                <a:spcPct val="100000"/>
              </a:lnSpc>
              <a:spcBef>
                <a:spcPts val="0"/>
              </a:spcBef>
              <a:spcAft>
                <a:spcPts val="0"/>
              </a:spcAft>
              <a:buSzPts val="1400"/>
              <a:buNone/>
            </a:pPr>
            <a:r>
              <a:rPr lang="en-US" dirty="0" err="1"/>
              <a:t>Cung</a:t>
            </a:r>
            <a:r>
              <a:rPr lang="en-US" dirty="0"/>
              <a:t> </a:t>
            </a:r>
            <a:r>
              <a:rPr lang="en-US" dirty="0" err="1"/>
              <a:t>cấp</a:t>
            </a:r>
            <a:r>
              <a:rPr lang="en-US" dirty="0"/>
              <a:t> </a:t>
            </a:r>
            <a:r>
              <a:rPr lang="en-US" b="1" dirty="0"/>
              <a:t>dashboard </a:t>
            </a:r>
            <a:r>
              <a:rPr lang="en-US" b="1" dirty="0" err="1"/>
              <a:t>điều</a:t>
            </a:r>
            <a:r>
              <a:rPr lang="en-US" b="1" dirty="0"/>
              <a:t> </a:t>
            </a:r>
            <a:r>
              <a:rPr lang="en-US" b="1" dirty="0" err="1"/>
              <a:t>hành</a:t>
            </a:r>
            <a:r>
              <a:rPr lang="en-US" b="1" dirty="0"/>
              <a:t> </a:t>
            </a:r>
            <a:r>
              <a:rPr lang="en-US" b="1" dirty="0" err="1"/>
              <a:t>tổng</a:t>
            </a:r>
            <a:r>
              <a:rPr lang="en-US" b="1" dirty="0"/>
              <a:t> </a:t>
            </a:r>
            <a:r>
              <a:rPr lang="en-US" b="1" dirty="0" err="1"/>
              <a:t>hợp</a:t>
            </a:r>
            <a:r>
              <a:rPr lang="en-US" dirty="0"/>
              <a:t> </a:t>
            </a:r>
            <a:r>
              <a:rPr lang="en-US" dirty="0" err="1"/>
              <a:t>phục</a:t>
            </a:r>
            <a:r>
              <a:rPr lang="en-US" dirty="0"/>
              <a:t> </a:t>
            </a:r>
            <a:r>
              <a:rPr lang="en-US" dirty="0" err="1"/>
              <a:t>vụ</a:t>
            </a:r>
            <a:r>
              <a:rPr lang="en-US" dirty="0"/>
              <a:t> </a:t>
            </a:r>
            <a:r>
              <a:rPr lang="en-US" dirty="0" err="1"/>
              <a:t>Lãnh</a:t>
            </a:r>
            <a:r>
              <a:rPr lang="en-US" dirty="0"/>
              <a:t> </a:t>
            </a:r>
            <a:r>
              <a:rPr lang="en-US" dirty="0" err="1"/>
              <a:t>đạo</a:t>
            </a:r>
            <a:r>
              <a:rPr lang="en-US" dirty="0"/>
              <a:t> </a:t>
            </a:r>
            <a:r>
              <a:rPr lang="en-US" dirty="0" err="1"/>
              <a:t>Tỉnh</a:t>
            </a:r>
            <a:r>
              <a:rPr lang="en-US" dirty="0"/>
              <a:t> </a:t>
            </a:r>
            <a:r>
              <a:rPr lang="en-US" dirty="0" err="1"/>
              <a:t>theo</a:t>
            </a:r>
            <a:r>
              <a:rPr lang="en-US" dirty="0"/>
              <a:t> </a:t>
            </a:r>
            <a:r>
              <a:rPr lang="en-US" dirty="0" err="1"/>
              <a:t>dõi</a:t>
            </a:r>
            <a:r>
              <a:rPr lang="en-US" dirty="0"/>
              <a:t>, </a:t>
            </a:r>
            <a:r>
              <a:rPr lang="en-US" dirty="0" err="1"/>
              <a:t>giám</a:t>
            </a:r>
            <a:r>
              <a:rPr lang="en-US" dirty="0"/>
              <a:t> </a:t>
            </a:r>
            <a:r>
              <a:rPr lang="en-US" dirty="0" err="1"/>
              <a:t>sát</a:t>
            </a:r>
            <a:r>
              <a:rPr lang="en-US" dirty="0"/>
              <a:t> </a:t>
            </a:r>
            <a:r>
              <a:rPr lang="en-US" dirty="0" err="1"/>
              <a:t>và</a:t>
            </a:r>
            <a:r>
              <a:rPr lang="en-US" dirty="0"/>
              <a:t> </a:t>
            </a:r>
            <a:r>
              <a:rPr lang="en-US" dirty="0" err="1"/>
              <a:t>ra</a:t>
            </a:r>
            <a:r>
              <a:rPr lang="en-US" dirty="0"/>
              <a:t> </a:t>
            </a:r>
            <a:r>
              <a:rPr lang="en-US" dirty="0" err="1"/>
              <a:t>quyết</a:t>
            </a:r>
            <a:r>
              <a:rPr lang="en-US" dirty="0"/>
              <a:t> </a:t>
            </a:r>
            <a:r>
              <a:rPr lang="en-US" dirty="0" err="1"/>
              <a:t>định</a:t>
            </a:r>
            <a:r>
              <a:rPr lang="en-US" dirty="0"/>
              <a:t>. </a:t>
            </a:r>
            <a:endParaRPr dirty="0"/>
          </a:p>
          <a:p>
            <a:pPr marL="0" lvl="0" indent="0" algn="l" rtl="0">
              <a:lnSpc>
                <a:spcPct val="100000"/>
              </a:lnSpc>
              <a:spcBef>
                <a:spcPts val="0"/>
              </a:spcBef>
              <a:spcAft>
                <a:spcPts val="0"/>
              </a:spcAft>
              <a:buSzPts val="1400"/>
              <a:buNone/>
            </a:pPr>
            <a:r>
              <a:rPr lang="en-US" dirty="0" err="1"/>
              <a:t>Có</a:t>
            </a:r>
            <a:r>
              <a:rPr lang="en-US" dirty="0"/>
              <a:t> </a:t>
            </a:r>
            <a:r>
              <a:rPr lang="en-US" dirty="0" err="1"/>
              <a:t>cơ</a:t>
            </a:r>
            <a:r>
              <a:rPr lang="en-US" dirty="0"/>
              <a:t> </a:t>
            </a:r>
            <a:r>
              <a:rPr lang="en-US" dirty="0" err="1"/>
              <a:t>chế</a:t>
            </a:r>
            <a:r>
              <a:rPr lang="en-US" dirty="0"/>
              <a:t> </a:t>
            </a:r>
            <a:r>
              <a:rPr lang="en-US" b="1" dirty="0" err="1"/>
              <a:t>chốt</a:t>
            </a:r>
            <a:r>
              <a:rPr lang="en-US" b="1" dirty="0"/>
              <a:t> </a:t>
            </a:r>
            <a:r>
              <a:rPr lang="en-US" b="1" dirty="0" err="1"/>
              <a:t>số</a:t>
            </a:r>
            <a:r>
              <a:rPr lang="en-US" b="1" dirty="0"/>
              <a:t> </a:t>
            </a:r>
            <a:r>
              <a:rPr lang="en-US" b="1" dirty="0" err="1"/>
              <a:t>liệu</a:t>
            </a:r>
            <a:r>
              <a:rPr lang="en-US" b="1" dirty="0"/>
              <a:t> </a:t>
            </a:r>
            <a:r>
              <a:rPr lang="en-US" b="1" dirty="0" err="1"/>
              <a:t>đánh</a:t>
            </a:r>
            <a:r>
              <a:rPr lang="en-US" b="1" dirty="0"/>
              <a:t> </a:t>
            </a:r>
            <a:r>
              <a:rPr lang="en-US" b="1" dirty="0" err="1"/>
              <a:t>giá</a:t>
            </a:r>
            <a:r>
              <a:rPr lang="en-US" b="1" dirty="0"/>
              <a:t> </a:t>
            </a:r>
            <a:r>
              <a:rPr lang="en-US" b="1" dirty="0" err="1"/>
              <a:t>theo</a:t>
            </a:r>
            <a:r>
              <a:rPr lang="en-US" b="1" dirty="0"/>
              <a:t> </a:t>
            </a:r>
            <a:r>
              <a:rPr lang="en-US" b="1" dirty="0" err="1"/>
              <a:t>tháng</a:t>
            </a:r>
            <a:r>
              <a:rPr lang="en-US" b="1" dirty="0"/>
              <a:t> </a:t>
            </a:r>
            <a:r>
              <a:rPr lang="en-US" b="1" dirty="0" err="1"/>
              <a:t>và</a:t>
            </a:r>
            <a:r>
              <a:rPr lang="en-US" b="1" dirty="0"/>
              <a:t> </a:t>
            </a:r>
            <a:r>
              <a:rPr lang="en-US" b="1" dirty="0" err="1"/>
              <a:t>theo</a:t>
            </a:r>
            <a:r>
              <a:rPr lang="en-US" b="1" dirty="0"/>
              <a:t> </a:t>
            </a:r>
            <a:r>
              <a:rPr lang="en-US" b="1" dirty="0" err="1"/>
              <a:t>quý</a:t>
            </a:r>
            <a:r>
              <a:rPr lang="en-US" dirty="0"/>
              <a:t>, </a:t>
            </a:r>
            <a:r>
              <a:rPr lang="en-US" dirty="0" err="1"/>
              <a:t>làm</a:t>
            </a:r>
            <a:r>
              <a:rPr lang="en-US" dirty="0"/>
              <a:t> </a:t>
            </a:r>
            <a:r>
              <a:rPr lang="en-US" dirty="0" err="1"/>
              <a:t>cơ</a:t>
            </a:r>
            <a:r>
              <a:rPr lang="en-US" dirty="0"/>
              <a:t> </a:t>
            </a:r>
            <a:r>
              <a:rPr lang="en-US" dirty="0" err="1"/>
              <a:t>sở</a:t>
            </a:r>
            <a:r>
              <a:rPr lang="en-US" dirty="0"/>
              <a:t> </a:t>
            </a:r>
            <a:r>
              <a:rPr lang="en-US" dirty="0" err="1"/>
              <a:t>cho</a:t>
            </a:r>
            <a:r>
              <a:rPr lang="en-US" dirty="0"/>
              <a:t> </a:t>
            </a:r>
            <a:r>
              <a:rPr lang="en-US" dirty="0" err="1"/>
              <a:t>đánh</a:t>
            </a:r>
            <a:r>
              <a:rPr lang="en-US" dirty="0"/>
              <a:t> </a:t>
            </a:r>
            <a:r>
              <a:rPr lang="en-US" dirty="0" err="1"/>
              <a:t>giá</a:t>
            </a:r>
            <a:r>
              <a:rPr lang="en-US" dirty="0"/>
              <a:t> </a:t>
            </a:r>
            <a:r>
              <a:rPr lang="en-US" dirty="0" err="1"/>
              <a:t>định</a:t>
            </a:r>
            <a:r>
              <a:rPr lang="en-US" dirty="0"/>
              <a:t> </a:t>
            </a:r>
            <a:r>
              <a:rPr lang="en-US" dirty="0" err="1"/>
              <a:t>kỳ</a:t>
            </a:r>
            <a:r>
              <a:rPr lang="en-US" dirty="0"/>
              <a:t>. </a:t>
            </a:r>
            <a:endParaRPr dirty="0"/>
          </a:p>
          <a:p>
            <a:pPr marL="0" lvl="0" indent="0" algn="l" rtl="0">
              <a:lnSpc>
                <a:spcPct val="100000"/>
              </a:lnSpc>
              <a:spcBef>
                <a:spcPts val="0"/>
              </a:spcBef>
              <a:spcAft>
                <a:spcPts val="0"/>
              </a:spcAft>
              <a:buSzPts val="1400"/>
              <a:buNone/>
            </a:pPr>
            <a:r>
              <a:rPr lang="en-US" dirty="0" err="1"/>
              <a:t>Tích</a:t>
            </a:r>
            <a:r>
              <a:rPr lang="en-US" dirty="0"/>
              <a:t> </a:t>
            </a:r>
            <a:r>
              <a:rPr lang="en-US" dirty="0" err="1"/>
              <a:t>hợp</a:t>
            </a:r>
            <a:r>
              <a:rPr lang="en-US" dirty="0"/>
              <a:t> </a:t>
            </a:r>
            <a:r>
              <a:rPr lang="en-US" b="1" dirty="0" err="1"/>
              <a:t>cơ</a:t>
            </a:r>
            <a:r>
              <a:rPr lang="en-US" b="1" dirty="0"/>
              <a:t> </a:t>
            </a:r>
            <a:r>
              <a:rPr lang="en-US" b="1" dirty="0" err="1"/>
              <a:t>chế</a:t>
            </a:r>
            <a:r>
              <a:rPr lang="en-US" b="1" dirty="0"/>
              <a:t> </a:t>
            </a:r>
            <a:r>
              <a:rPr lang="en-US" b="1" dirty="0" err="1"/>
              <a:t>cảnh</a:t>
            </a:r>
            <a:r>
              <a:rPr lang="en-US" b="1" dirty="0"/>
              <a:t> </a:t>
            </a:r>
            <a:r>
              <a:rPr lang="en-US" b="1" dirty="0" err="1"/>
              <a:t>báo</a:t>
            </a:r>
            <a:r>
              <a:rPr lang="en-US" b="1" dirty="0"/>
              <a:t> </a:t>
            </a:r>
            <a:r>
              <a:rPr lang="en-US" b="1" dirty="0" err="1"/>
              <a:t>và</a:t>
            </a:r>
            <a:r>
              <a:rPr lang="en-US" b="1" dirty="0"/>
              <a:t> </a:t>
            </a:r>
            <a:r>
              <a:rPr lang="en-US" b="1" dirty="0" err="1"/>
              <a:t>nhắc</a:t>
            </a:r>
            <a:r>
              <a:rPr lang="en-US" b="1" dirty="0"/>
              <a:t> </a:t>
            </a:r>
            <a:r>
              <a:rPr lang="en-US" b="1" dirty="0" err="1"/>
              <a:t>nhở</a:t>
            </a:r>
            <a:r>
              <a:rPr lang="en-US" b="1" dirty="0"/>
              <a:t> </a:t>
            </a:r>
            <a:r>
              <a:rPr lang="en-US" b="1" dirty="0" err="1"/>
              <a:t>tự</a:t>
            </a:r>
            <a:r>
              <a:rPr lang="en-US" b="1" dirty="0"/>
              <a:t> </a:t>
            </a:r>
            <a:r>
              <a:rPr lang="en-US" b="1" dirty="0" err="1"/>
              <a:t>động</a:t>
            </a:r>
            <a:r>
              <a:rPr lang="en-US" dirty="0"/>
              <a:t> </a:t>
            </a:r>
            <a:r>
              <a:rPr lang="en-US" dirty="0" err="1"/>
              <a:t>đối</a:t>
            </a:r>
            <a:r>
              <a:rPr lang="en-US" dirty="0"/>
              <a:t> </a:t>
            </a:r>
            <a:r>
              <a:rPr lang="en-US" dirty="0" err="1"/>
              <a:t>với</a:t>
            </a:r>
            <a:r>
              <a:rPr lang="en-US" dirty="0"/>
              <a:t> </a:t>
            </a:r>
            <a:r>
              <a:rPr lang="en-US" dirty="0" err="1"/>
              <a:t>các</a:t>
            </a:r>
            <a:r>
              <a:rPr lang="en-US" dirty="0"/>
              <a:t> </a:t>
            </a:r>
            <a:r>
              <a:rPr lang="en-US" dirty="0" err="1"/>
              <a:t>trường</a:t>
            </a:r>
            <a:r>
              <a:rPr lang="en-US" dirty="0"/>
              <a:t> </a:t>
            </a:r>
            <a:r>
              <a:rPr lang="en-US" dirty="0" err="1"/>
              <a:t>hợp</a:t>
            </a:r>
            <a:r>
              <a:rPr lang="en-US" dirty="0"/>
              <a:t>: </a:t>
            </a:r>
            <a:r>
              <a:rPr lang="en-US" dirty="0" err="1"/>
              <a:t>quá</a:t>
            </a:r>
            <a:r>
              <a:rPr lang="en-US" dirty="0"/>
              <a:t> </a:t>
            </a:r>
            <a:r>
              <a:rPr lang="en-US" dirty="0" err="1"/>
              <a:t>hạn</a:t>
            </a:r>
            <a:r>
              <a:rPr lang="en-US" dirty="0"/>
              <a:t>, </a:t>
            </a:r>
            <a:r>
              <a:rPr lang="en-US" dirty="0" err="1"/>
              <a:t>sắp</a:t>
            </a:r>
            <a:r>
              <a:rPr lang="en-US" dirty="0"/>
              <a:t> </a:t>
            </a:r>
            <a:r>
              <a:rPr lang="en-US" dirty="0" err="1"/>
              <a:t>đến</a:t>
            </a:r>
            <a:r>
              <a:rPr lang="en-US" dirty="0"/>
              <a:t> </a:t>
            </a:r>
            <a:r>
              <a:rPr lang="en-US" dirty="0" err="1"/>
              <a:t>hạn</a:t>
            </a:r>
            <a:r>
              <a:rPr lang="en-US" dirty="0"/>
              <a:t>, </a:t>
            </a:r>
            <a:r>
              <a:rPr lang="en-US" dirty="0" err="1"/>
              <a:t>hoặc</a:t>
            </a:r>
            <a:r>
              <a:rPr lang="en-US" dirty="0"/>
              <a:t> </a:t>
            </a:r>
            <a:r>
              <a:rPr lang="en-US" dirty="0" err="1"/>
              <a:t>không</a:t>
            </a:r>
            <a:r>
              <a:rPr lang="en-US" dirty="0"/>
              <a:t> </a:t>
            </a:r>
            <a:r>
              <a:rPr lang="en-US" dirty="0" err="1"/>
              <a:t>hoàn</a:t>
            </a:r>
            <a:r>
              <a:rPr lang="en-US" dirty="0"/>
              <a:t> </a:t>
            </a:r>
            <a:r>
              <a:rPr lang="en-US" dirty="0" err="1"/>
              <a:t>thành</a:t>
            </a:r>
            <a:r>
              <a:rPr lang="en-US" dirty="0"/>
              <a:t> </a:t>
            </a:r>
            <a:r>
              <a:rPr lang="en-US" dirty="0" err="1"/>
              <a:t>nhiệm</a:t>
            </a:r>
            <a:r>
              <a:rPr lang="en-US" dirty="0"/>
              <a:t> </a:t>
            </a:r>
            <a:r>
              <a:rPr lang="en-US" dirty="0" err="1"/>
              <a:t>vụ</a:t>
            </a:r>
            <a:r>
              <a:rPr lang="en-US" dirty="0"/>
              <a:t> </a:t>
            </a:r>
            <a:r>
              <a:rPr lang="en-US" dirty="0" err="1"/>
              <a:t>trọng</a:t>
            </a:r>
            <a:r>
              <a:rPr lang="en-US" dirty="0"/>
              <a:t> </a:t>
            </a:r>
            <a:r>
              <a:rPr lang="en-US" dirty="0" err="1"/>
              <a:t>tâm</a:t>
            </a:r>
            <a:r>
              <a:rPr lang="en-US" dirty="0"/>
              <a:t>. </a:t>
            </a:r>
            <a:endParaRPr dirty="0"/>
          </a:p>
          <a:p>
            <a:pPr marL="0" lvl="0" indent="0" algn="l" rtl="0">
              <a:lnSpc>
                <a:spcPct val="100000"/>
              </a:lnSpc>
              <a:spcBef>
                <a:spcPts val="0"/>
              </a:spcBef>
              <a:spcAft>
                <a:spcPts val="0"/>
              </a:spcAft>
              <a:buSzPts val="1400"/>
              <a:buNone/>
            </a:pPr>
            <a:r>
              <a:rPr lang="en-US" dirty="0" err="1"/>
              <a:t>Kết</a:t>
            </a:r>
            <a:r>
              <a:rPr lang="en-US" dirty="0"/>
              <a:t> </a:t>
            </a:r>
            <a:r>
              <a:rPr lang="en-US" dirty="0" err="1"/>
              <a:t>quả</a:t>
            </a:r>
            <a:r>
              <a:rPr lang="en-US" dirty="0"/>
              <a:t> </a:t>
            </a:r>
            <a:r>
              <a:rPr lang="en-US" dirty="0" err="1"/>
              <a:t>đánh</a:t>
            </a:r>
            <a:r>
              <a:rPr lang="en-US" dirty="0"/>
              <a:t> </a:t>
            </a:r>
            <a:r>
              <a:rPr lang="en-US" dirty="0" err="1"/>
              <a:t>giá</a:t>
            </a:r>
            <a:r>
              <a:rPr lang="en-US" dirty="0"/>
              <a:t> </a:t>
            </a:r>
            <a:r>
              <a:rPr lang="en-US" dirty="0" err="1"/>
              <a:t>cuối</a:t>
            </a:r>
            <a:r>
              <a:rPr lang="en-US" dirty="0"/>
              <a:t> </a:t>
            </a:r>
            <a:r>
              <a:rPr lang="en-US" dirty="0" err="1"/>
              <a:t>kỳ</a:t>
            </a:r>
            <a:r>
              <a:rPr lang="en-US" dirty="0"/>
              <a:t> </a:t>
            </a:r>
            <a:r>
              <a:rPr lang="en-US" dirty="0" err="1"/>
              <a:t>là</a:t>
            </a:r>
            <a:r>
              <a:rPr lang="en-US" dirty="0"/>
              <a:t> </a:t>
            </a:r>
            <a:r>
              <a:rPr lang="en-US" b="1" dirty="0" err="1"/>
              <a:t>kết</a:t>
            </a:r>
            <a:r>
              <a:rPr lang="en-US" b="1" dirty="0"/>
              <a:t> </a:t>
            </a:r>
            <a:r>
              <a:rPr lang="en-US" b="1" dirty="0" err="1"/>
              <a:t>quả</a:t>
            </a:r>
            <a:r>
              <a:rPr lang="en-US" b="1" dirty="0"/>
              <a:t> </a:t>
            </a:r>
            <a:r>
              <a:rPr lang="en-US" b="1" dirty="0" err="1"/>
              <a:t>tổng</a:t>
            </a:r>
            <a:r>
              <a:rPr lang="en-US" b="1" dirty="0"/>
              <a:t> </a:t>
            </a:r>
            <a:r>
              <a:rPr lang="en-US" b="1" dirty="0" err="1"/>
              <a:t>hợp</a:t>
            </a:r>
            <a:r>
              <a:rPr lang="en-US" b="1" dirty="0"/>
              <a:t> </a:t>
            </a:r>
            <a:r>
              <a:rPr lang="en-US" b="1" dirty="0" err="1"/>
              <a:t>từ</a:t>
            </a:r>
            <a:r>
              <a:rPr lang="en-US" b="1" dirty="0"/>
              <a:t> </a:t>
            </a:r>
            <a:r>
              <a:rPr lang="en-US" b="1" dirty="0" err="1"/>
              <a:t>toàn</a:t>
            </a:r>
            <a:r>
              <a:rPr lang="en-US" b="1" dirty="0"/>
              <a:t> </a:t>
            </a:r>
            <a:r>
              <a:rPr lang="en-US" b="1" dirty="0" err="1"/>
              <a:t>bộ</a:t>
            </a:r>
            <a:r>
              <a:rPr lang="en-US" b="1" dirty="0"/>
              <a:t> </a:t>
            </a:r>
            <a:r>
              <a:rPr lang="en-US" b="1" dirty="0" err="1"/>
              <a:t>dữ</a:t>
            </a:r>
            <a:r>
              <a:rPr lang="en-US" b="1" dirty="0"/>
              <a:t> </a:t>
            </a:r>
            <a:r>
              <a:rPr lang="en-US" b="1" dirty="0" err="1"/>
              <a:t>liệu</a:t>
            </a:r>
            <a:r>
              <a:rPr lang="en-US" b="1" dirty="0"/>
              <a:t> </a:t>
            </a:r>
            <a:r>
              <a:rPr lang="en-US" b="1" dirty="0" err="1"/>
              <a:t>phát</a:t>
            </a:r>
            <a:r>
              <a:rPr lang="en-US" b="1" dirty="0"/>
              <a:t> </a:t>
            </a:r>
            <a:r>
              <a:rPr lang="en-US" b="1" dirty="0" err="1"/>
              <a:t>sinh</a:t>
            </a:r>
            <a:r>
              <a:rPr lang="en-US" b="1" dirty="0"/>
              <a:t> </a:t>
            </a:r>
            <a:r>
              <a:rPr lang="en-US" b="1" dirty="0" err="1"/>
              <a:t>trong</a:t>
            </a:r>
            <a:r>
              <a:rPr lang="en-US" b="1" dirty="0"/>
              <a:t> </a:t>
            </a:r>
            <a:r>
              <a:rPr lang="en-US" b="1" dirty="0" err="1"/>
              <a:t>kỳ</a:t>
            </a:r>
            <a:r>
              <a:rPr lang="en-US" dirty="0"/>
              <a:t>, </a:t>
            </a:r>
            <a:r>
              <a:rPr lang="en-US" dirty="0" err="1"/>
              <a:t>đảm</a:t>
            </a:r>
            <a:r>
              <a:rPr lang="en-US" dirty="0"/>
              <a:t> </a:t>
            </a:r>
            <a:r>
              <a:rPr lang="en-US" dirty="0" err="1"/>
              <a:t>bảo</a:t>
            </a:r>
            <a:r>
              <a:rPr lang="en-US" dirty="0"/>
              <a:t> </a:t>
            </a:r>
            <a:r>
              <a:rPr lang="en-US" dirty="0" err="1"/>
              <a:t>khách</a:t>
            </a:r>
            <a:r>
              <a:rPr lang="en-US" dirty="0"/>
              <a:t> </a:t>
            </a:r>
            <a:r>
              <a:rPr lang="en-US" dirty="0" err="1"/>
              <a:t>quan</a:t>
            </a:r>
            <a:r>
              <a:rPr lang="en-US" dirty="0"/>
              <a:t> </a:t>
            </a:r>
            <a:r>
              <a:rPr lang="en-US" dirty="0" err="1"/>
              <a:t>và</a:t>
            </a:r>
            <a:r>
              <a:rPr lang="en-US" dirty="0"/>
              <a:t> </a:t>
            </a:r>
            <a:r>
              <a:rPr lang="en-US" dirty="0" err="1"/>
              <a:t>xuyên</a:t>
            </a:r>
            <a:r>
              <a:rPr lang="en-US" dirty="0"/>
              <a:t> </a:t>
            </a:r>
            <a:r>
              <a:rPr lang="en-US" dirty="0" err="1"/>
              <a:t>suốt</a:t>
            </a:r>
            <a:r>
              <a:rPr lang="en-US" dirty="0"/>
              <a:t>.</a:t>
            </a:r>
            <a:endParaRPr sz="1200" b="0" i="0" u="none" strike="noStrike" dirty="0">
              <a:solidFill>
                <a:schemeClr val="dk1"/>
              </a:solidFill>
              <a:latin typeface="Calibri"/>
              <a:ea typeface="Calibri"/>
              <a:cs typeface="Calibri"/>
              <a:sym typeface="Calibri"/>
            </a:endParaRPr>
          </a:p>
        </p:txBody>
      </p:sp>
      <p:sp>
        <p:nvSpPr>
          <p:cNvPr id="344" name="Google Shape;344;p6:notes"/>
          <p:cNvSpPr txBox="1">
            <a:spLocks noGrp="1"/>
          </p:cNvSpPr>
          <p:nvPr>
            <p:ph type="sldNum" idx="12"/>
          </p:nvPr>
        </p:nvSpPr>
        <p:spPr>
          <a:xfrm>
            <a:off x="3884614" y="8777194"/>
            <a:ext cx="2971800" cy="463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995331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1400"/>
              <a:buFont typeface="Calibri"/>
              <a:buNone/>
            </a:pPr>
            <a:endParaRPr dirty="0"/>
          </a:p>
        </p:txBody>
      </p:sp>
      <p:sp>
        <p:nvSpPr>
          <p:cNvPr id="352" name="Google Shape;352;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552345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8: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8: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b="1" i="0" u="none" strike="noStrike" cap="none" dirty="0" err="1">
                <a:solidFill>
                  <a:srgbClr val="404040"/>
                </a:solidFill>
                <a:latin typeface="Open Sans"/>
                <a:ea typeface="Open Sans"/>
                <a:cs typeface="Open Sans"/>
                <a:sym typeface="Open Sans"/>
              </a:rPr>
              <a:t>Cán</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bộ</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công</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chức</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viên</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chức</a:t>
            </a:r>
            <a:endParaRPr sz="1200" b="0" i="0" u="none" strike="noStrike" cap="none" dirty="0">
              <a:solidFill>
                <a:srgbClr val="404040"/>
              </a:solidFill>
              <a:latin typeface="Open Sans"/>
              <a:ea typeface="Open Sans"/>
              <a:cs typeface="Open Sans"/>
              <a:sym typeface="Open Sans"/>
            </a:endParaRPr>
          </a:p>
          <a:p>
            <a:pPr marL="171450" marR="0" lvl="0" indent="-171450" algn="just" rtl="0">
              <a:lnSpc>
                <a:spcPct val="150000"/>
              </a:lnSpc>
              <a:spcBef>
                <a:spcPts val="0"/>
              </a:spcBef>
              <a:spcAft>
                <a:spcPts val="0"/>
              </a:spcAft>
              <a:buClr>
                <a:srgbClr val="000000"/>
              </a:buClr>
              <a:buSzPts val="1600"/>
              <a:buFont typeface="Arial"/>
              <a:buChar char="•"/>
            </a:pPr>
            <a:r>
              <a:rPr lang="en-US" sz="1200" dirty="0" err="1">
                <a:solidFill>
                  <a:srgbClr val="1E3063"/>
                </a:solidFill>
                <a:latin typeface="Open Sans"/>
                <a:ea typeface="Open Sans"/>
                <a:cs typeface="Open Sans"/>
                <a:sym typeface="Open Sans"/>
              </a:rPr>
              <a:t>Hiểu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rõ</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mục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tiêu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nhiệm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vụ</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tiêu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chí</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công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việc</a:t>
            </a:r>
            <a:endParaRPr sz="1200" dirty="0">
              <a:solidFill>
                <a:srgbClr val="1E3063"/>
              </a:solidFill>
              <a:latin typeface="Open Sans"/>
              <a:ea typeface="Open Sans"/>
              <a:cs typeface="Open Sans"/>
              <a:sym typeface="Open Sans"/>
            </a:endParaRPr>
          </a:p>
          <a:p>
            <a:pPr marL="171450" marR="0" lvl="0" indent="-171450" algn="just" rtl="0">
              <a:lnSpc>
                <a:spcPct val="150000"/>
              </a:lnSpc>
              <a:spcBef>
                <a:spcPts val="0"/>
              </a:spcBef>
              <a:spcAft>
                <a:spcPts val="0"/>
              </a:spcAft>
              <a:buClr>
                <a:srgbClr val="000000"/>
              </a:buClr>
              <a:buSzPts val="1600"/>
              <a:buFont typeface="Arial"/>
              <a:buChar char="•"/>
            </a:pPr>
            <a:r>
              <a:rPr lang="en-US" sz="1200" dirty="0" err="1">
                <a:solidFill>
                  <a:srgbClr val="1E3063"/>
                </a:solidFill>
                <a:latin typeface="Open Sans"/>
                <a:ea typeface="Open Sans"/>
                <a:cs typeface="Open Sans"/>
                <a:sym typeface="Open Sans"/>
              </a:rPr>
              <a:t>Chủ</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động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theo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dõi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kết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thực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nhiệm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vụ</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bản</a:t>
            </a:r>
            <a:r>
              <a:rPr lang="en-US" sz="1200" dirty="0">
                <a:solidFill>
                  <a:srgbClr val="1E3063"/>
                </a:solidFill>
                <a:latin typeface="Open Sans"/>
                <a:ea typeface="Open Sans"/>
                <a:cs typeface="Open Sans"/>
                <a:sym typeface="Open Sans"/>
              </a:rPr>
              <a:t> </a:t>
            </a:r>
            <a:r>
              <a:rPr lang="en-US" sz="1200" dirty="0" err="1" smtClean="0">
                <a:solidFill>
                  <a:srgbClr val="1E3063"/>
                </a:solidFill>
                <a:latin typeface="Open Sans"/>
                <a:ea typeface="Open Sans"/>
                <a:cs typeface="Open Sans"/>
                <a:sym typeface="Open Sans"/>
              </a:rPr>
              <a:t>thân</a:t>
            </a:r>
            <a:r>
              <a:rPr lang="en-US" sz="1200" dirty="0">
                <a:solidFill>
                  <a:srgbClr val="1E3063"/>
                </a:solidFill>
                <a:latin typeface="Open Sans"/>
                <a:ea typeface="Open Sans"/>
                <a:cs typeface="Open Sans"/>
                <a:sym typeface="Open Sans"/>
              </a:rPr>
              <a:t>.</a:t>
            </a:r>
            <a:endParaRPr dirty="0"/>
          </a:p>
          <a:p>
            <a:pPr marL="171450" marR="0" lvl="0" indent="-171450" algn="just" rtl="0">
              <a:lnSpc>
                <a:spcPct val="150000"/>
              </a:lnSpc>
              <a:spcBef>
                <a:spcPts val="0"/>
              </a:spcBef>
              <a:spcAft>
                <a:spcPts val="0"/>
              </a:spcAft>
              <a:buClr>
                <a:srgbClr val="000000"/>
              </a:buClr>
              <a:buSzPts val="1600"/>
              <a:buFont typeface="Arial"/>
              <a:buChar char="•"/>
            </a:pPr>
            <a:r>
              <a:rPr lang="en-US" sz="1200" dirty="0" err="1">
                <a:solidFill>
                  <a:srgbClr val="1E3063"/>
                </a:solidFill>
                <a:latin typeface="Open Sans"/>
                <a:ea typeface="Open Sans"/>
                <a:cs typeface="Open Sans"/>
                <a:sym typeface="Open Sans"/>
              </a:rPr>
              <a:t>Nhắc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nhở</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khi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đến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thời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gian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thực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endParaRPr sz="1200" dirty="0">
              <a:solidFill>
                <a:srgbClr val="1E3063"/>
              </a:solidFill>
              <a:latin typeface="Open Sans"/>
              <a:ea typeface="Open Sans"/>
              <a:cs typeface="Open Sans"/>
              <a:sym typeface="Open Sans"/>
            </a:endParaRPr>
          </a:p>
          <a:p>
            <a:pPr marL="171450" marR="0" lvl="0" indent="-171450" algn="just" rtl="0">
              <a:lnSpc>
                <a:spcPct val="150000"/>
              </a:lnSpc>
              <a:spcBef>
                <a:spcPts val="600"/>
              </a:spcBef>
              <a:spcAft>
                <a:spcPts val="0"/>
              </a:spcAft>
              <a:buClr>
                <a:srgbClr val="000000"/>
              </a:buClr>
              <a:buSzPts val="1600"/>
              <a:buFont typeface="Arial"/>
              <a:buChar char="•"/>
            </a:pPr>
            <a:r>
              <a:rPr lang="en-US" sz="1200" dirty="0" err="1">
                <a:solidFill>
                  <a:srgbClr val="1E3063"/>
                </a:solidFill>
                <a:latin typeface="Open Sans"/>
                <a:ea typeface="Open Sans"/>
                <a:cs typeface="Open Sans"/>
                <a:sym typeface="Open Sans"/>
              </a:rPr>
              <a:t>Thực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tự</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theo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dõi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được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xếp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loại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nhân</a:t>
            </a:r>
            <a:r>
              <a:rPr lang="en-US" sz="1200" dirty="0">
                <a:solidFill>
                  <a:srgbClr val="1E3063"/>
                </a:solidFill>
                <a:latin typeface="Open Sans"/>
                <a:ea typeface="Open Sans"/>
                <a:cs typeface="Open Sans"/>
                <a:sym typeface="Open Sans"/>
              </a:rPr>
              <a:t>.</a:t>
            </a:r>
            <a:endParaRPr dirty="0"/>
          </a:p>
          <a:p>
            <a:pPr marL="0" marR="0" lvl="0" indent="0" algn="l" rtl="0">
              <a:lnSpc>
                <a:spcPct val="150000"/>
              </a:lnSpc>
              <a:spcBef>
                <a:spcPts val="600"/>
              </a:spcBef>
              <a:spcAft>
                <a:spcPts val="0"/>
              </a:spcAft>
              <a:buClr>
                <a:srgbClr val="000000"/>
              </a:buClr>
              <a:buSzPts val="1600"/>
              <a:buFont typeface="Arial"/>
              <a:buNone/>
            </a:pPr>
            <a:endParaRPr sz="1000" b="0" i="0" u="none" strike="noStrike" cap="none" dirty="0">
              <a:solidFill>
                <a:srgbClr val="40404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US" sz="1200" b="1" i="0" u="none" strike="noStrike" cap="none" dirty="0" err="1">
                <a:solidFill>
                  <a:srgbClr val="404040"/>
                </a:solidFill>
                <a:latin typeface="Open Sans"/>
                <a:ea typeface="Open Sans"/>
                <a:cs typeface="Open Sans"/>
                <a:sym typeface="Open Sans"/>
              </a:rPr>
              <a:t>Cán</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bộ</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làm</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công</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tác</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tổ</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chức</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cán</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bộ</a:t>
            </a:r>
            <a:endParaRPr sz="1200" b="1" i="0" u="none" strike="noStrike" cap="none" dirty="0">
              <a:solidFill>
                <a:srgbClr val="404040"/>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dirty="0">
                <a:solidFill>
                  <a:srgbClr val="1E3063"/>
                </a:solidFill>
                <a:latin typeface="Open Sans"/>
                <a:ea typeface="Open Sans"/>
                <a:cs typeface="Open Sans"/>
                <a:sym typeface="Open Sans"/>
              </a:rPr>
              <a:t>Theo </a:t>
            </a:r>
            <a:r>
              <a:rPr lang="en-US" sz="1200" dirty="0" err="1">
                <a:solidFill>
                  <a:srgbClr val="1E3063"/>
                </a:solidFill>
                <a:latin typeface="Open Sans"/>
                <a:ea typeface="Open Sans"/>
                <a:cs typeface="Open Sans"/>
                <a:sym typeface="Open Sans"/>
              </a:rPr>
              <a:t>dõi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tổng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hợp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trạng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thực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nhiệm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vụ</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công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việc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tại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tổ</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endParaRPr sz="1200" dirty="0">
              <a:solidFill>
                <a:srgbClr val="1E3063"/>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dirty="0">
                <a:solidFill>
                  <a:srgbClr val="1E3063"/>
                </a:solidFill>
                <a:latin typeface="Open Sans"/>
                <a:ea typeface="Open Sans"/>
                <a:cs typeface="Open Sans"/>
                <a:sym typeface="Open Sans"/>
              </a:rPr>
              <a:t>Theo </a:t>
            </a:r>
            <a:r>
              <a:rPr lang="en-US" sz="1200" dirty="0" err="1">
                <a:solidFill>
                  <a:srgbClr val="1E3063"/>
                </a:solidFill>
                <a:latin typeface="Open Sans"/>
                <a:ea typeface="Open Sans"/>
                <a:cs typeface="Open Sans"/>
                <a:sym typeface="Open Sans"/>
              </a:rPr>
              <a:t>dõi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kết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điểm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tổ</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nhân</a:t>
            </a:r>
            <a:r>
              <a:rPr lang="en-US" sz="1200" dirty="0">
                <a:solidFill>
                  <a:srgbClr val="1E3063"/>
                </a:solidFill>
                <a:latin typeface="Open Sans"/>
                <a:ea typeface="Open Sans"/>
                <a:cs typeface="Open Sans"/>
                <a:sym typeface="Open Sans"/>
              </a:rPr>
              <a:t>.</a:t>
            </a:r>
            <a:endParaRPr dirty="0"/>
          </a:p>
          <a:p>
            <a:pPr marL="171450" lvl="0" indent="-171450" algn="just" rtl="0">
              <a:lnSpc>
                <a:spcPct val="150000"/>
              </a:lnSpc>
              <a:spcBef>
                <a:spcPts val="0"/>
              </a:spcBef>
              <a:spcAft>
                <a:spcPts val="0"/>
              </a:spcAft>
              <a:buSzPts val="1600"/>
              <a:buFont typeface="Arial"/>
              <a:buChar char="•"/>
            </a:pPr>
            <a:r>
              <a:rPr lang="en-US" sz="1200" dirty="0" err="1">
                <a:solidFill>
                  <a:srgbClr val="1E3063"/>
                </a:solidFill>
                <a:latin typeface="Open Sans"/>
                <a:ea typeface="Open Sans"/>
                <a:cs typeface="Open Sans"/>
                <a:sym typeface="Open Sans"/>
              </a:rPr>
              <a:t>Đôn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đốc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nhắc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nhở</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theo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dõi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tổ</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nhân</a:t>
            </a:r>
            <a:r>
              <a:rPr lang="en-US" sz="1200" dirty="0">
                <a:solidFill>
                  <a:srgbClr val="1E3063"/>
                </a:solidFill>
                <a:latin typeface="Open Sans"/>
                <a:ea typeface="Open Sans"/>
                <a:cs typeface="Open Sans"/>
                <a:sym typeface="Open Sans"/>
              </a:rPr>
              <a:t>.</a:t>
            </a:r>
            <a:endParaRPr sz="1200" dirty="0">
              <a:solidFill>
                <a:srgbClr val="1E3063"/>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dirty="0" err="1">
                <a:solidFill>
                  <a:srgbClr val="1E3063"/>
                </a:solidFill>
                <a:latin typeface="Open Sans"/>
                <a:ea typeface="Open Sans"/>
                <a:cs typeface="Open Sans"/>
                <a:sym typeface="Open Sans"/>
              </a:rPr>
              <a:t>Báo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thống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kê</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phân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tích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dữ</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liệu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nhanh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chính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xác</a:t>
            </a:r>
            <a:r>
              <a:rPr lang="en-US" sz="1200" dirty="0">
                <a:solidFill>
                  <a:srgbClr val="1E3063"/>
                </a:solidFill>
                <a:latin typeface="Open Sans"/>
                <a:ea typeface="Open Sans"/>
                <a:cs typeface="Open Sans"/>
                <a:sym typeface="Open Sans"/>
              </a:rPr>
              <a:t>.</a:t>
            </a:r>
            <a:endParaRPr dirty="0"/>
          </a:p>
          <a:p>
            <a:pPr marL="171450" marR="0" lvl="0" indent="-69850" algn="l" rtl="0">
              <a:lnSpc>
                <a:spcPct val="150000"/>
              </a:lnSpc>
              <a:spcBef>
                <a:spcPts val="600"/>
              </a:spcBef>
              <a:spcAft>
                <a:spcPts val="0"/>
              </a:spcAft>
              <a:buClr>
                <a:srgbClr val="000000"/>
              </a:buClr>
              <a:buSzPts val="1600"/>
              <a:buFont typeface="Arial"/>
              <a:buNone/>
            </a:pPr>
            <a:endParaRPr sz="1200" b="0" i="0" u="none" strike="noStrike" cap="none" dirty="0">
              <a:solidFill>
                <a:srgbClr val="40404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US" sz="1200" b="1" i="0" u="none" strike="noStrike" cap="none" dirty="0" err="1">
                <a:solidFill>
                  <a:srgbClr val="404040"/>
                </a:solidFill>
                <a:latin typeface="Open Sans"/>
                <a:ea typeface="Open Sans"/>
                <a:cs typeface="Open Sans"/>
                <a:sym typeface="Open Sans"/>
              </a:rPr>
              <a:t>Lãnh</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đạo</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quản</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lý</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các</a:t>
            </a:r>
            <a:r>
              <a:rPr lang="en-US" sz="1200" b="1" i="0" u="none" strike="noStrike" cap="none" dirty="0">
                <a:solidFill>
                  <a:srgbClr val="404040"/>
                </a:solidFill>
                <a:latin typeface="Open Sans"/>
                <a:ea typeface="Open Sans"/>
                <a:cs typeface="Open Sans"/>
                <a:sym typeface="Open Sans"/>
              </a:rPr>
              <a:t> </a:t>
            </a:r>
            <a:r>
              <a:rPr lang="en-US" sz="1200" b="1" i="0" u="none" strike="noStrike" cap="none" dirty="0" err="1">
                <a:solidFill>
                  <a:srgbClr val="404040"/>
                </a:solidFill>
                <a:latin typeface="Open Sans"/>
                <a:ea typeface="Open Sans"/>
                <a:cs typeface="Open Sans"/>
                <a:sym typeface="Open Sans"/>
              </a:rPr>
              <a:t>cấp</a:t>
            </a:r>
            <a:endParaRPr sz="1200" b="1" i="0" u="none" strike="noStrike" cap="none" dirty="0">
              <a:solidFill>
                <a:srgbClr val="404040"/>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dirty="0">
                <a:solidFill>
                  <a:srgbClr val="1E3063"/>
                </a:solidFill>
                <a:latin typeface="Open Sans"/>
                <a:ea typeface="Open Sans"/>
                <a:cs typeface="Open Sans"/>
                <a:sym typeface="Open Sans"/>
              </a:rPr>
              <a:t>Theo </a:t>
            </a:r>
            <a:r>
              <a:rPr lang="en-US" sz="1200" dirty="0" err="1">
                <a:solidFill>
                  <a:srgbClr val="1E3063"/>
                </a:solidFill>
                <a:latin typeface="Open Sans"/>
                <a:ea typeface="Open Sans"/>
                <a:cs typeface="Open Sans"/>
                <a:sym typeface="Open Sans"/>
              </a:rPr>
              <a:t>dõi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thực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nhiệm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vụ</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nhân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đơn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vị</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một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cách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trực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quan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kịp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thời</a:t>
            </a:r>
            <a:r>
              <a:rPr lang="en-US" sz="1200" dirty="0">
                <a:solidFill>
                  <a:srgbClr val="1E3063"/>
                </a:solidFill>
                <a:latin typeface="Open Sans"/>
                <a:ea typeface="Open Sans"/>
                <a:cs typeface="Open Sans"/>
                <a:sym typeface="Open Sans"/>
              </a:rPr>
              <a:t>.</a:t>
            </a:r>
            <a:endParaRPr dirty="0"/>
          </a:p>
          <a:p>
            <a:pPr marL="171450" lvl="0" indent="-171450" algn="just" rtl="0">
              <a:lnSpc>
                <a:spcPct val="150000"/>
              </a:lnSpc>
              <a:spcBef>
                <a:spcPts val="0"/>
              </a:spcBef>
              <a:spcAft>
                <a:spcPts val="0"/>
              </a:spcAft>
              <a:buSzPts val="1600"/>
              <a:buFont typeface="Arial"/>
              <a:buChar char="•"/>
            </a:pPr>
            <a:r>
              <a:rPr lang="en-US" sz="1200" dirty="0" err="1">
                <a:solidFill>
                  <a:srgbClr val="1E3063"/>
                </a:solidFill>
                <a:latin typeface="Open Sans"/>
                <a:ea typeface="Open Sans"/>
                <a:cs typeface="Open Sans"/>
                <a:sym typeface="Open Sans"/>
              </a:rPr>
              <a:t>Có</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sở</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dữ</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liệu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định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lượng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minh </a:t>
            </a:r>
            <a:r>
              <a:rPr lang="en-US" sz="1200" dirty="0" err="1">
                <a:solidFill>
                  <a:srgbClr val="1E3063"/>
                </a:solidFill>
                <a:latin typeface="Open Sans"/>
                <a:ea typeface="Open Sans"/>
                <a:cs typeface="Open Sans"/>
                <a:sym typeface="Open Sans"/>
              </a:rPr>
              <a:t>bạch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để</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xếp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loại</a:t>
            </a:r>
            <a:r>
              <a:rPr lang="en-US" sz="1200" dirty="0">
                <a:solidFill>
                  <a:srgbClr val="1E3063"/>
                </a:solidFill>
                <a:latin typeface="Open Sans"/>
                <a:ea typeface="Open Sans"/>
                <a:cs typeface="Open Sans"/>
                <a:sym typeface="Open Sans"/>
              </a:rPr>
              <a:t> CBCCVC.</a:t>
            </a:r>
            <a:endParaRPr sz="1200" dirty="0">
              <a:solidFill>
                <a:srgbClr val="1E3063"/>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dirty="0" err="1">
                <a:solidFill>
                  <a:srgbClr val="1E3063"/>
                </a:solidFill>
                <a:latin typeface="Open Sans"/>
                <a:ea typeface="Open Sans"/>
                <a:cs typeface="Open Sans"/>
                <a:sym typeface="Open Sans"/>
              </a:rPr>
              <a:t>Giám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sát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nâng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cao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hiệu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lý</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hỗ</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trợ</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ra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quyết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định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trong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công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tác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a:t>
            </a:r>
            <a:endParaRPr sz="1200" dirty="0">
              <a:solidFill>
                <a:srgbClr val="1E3063"/>
              </a:solidFill>
              <a:latin typeface="Open Sans"/>
              <a:ea typeface="Open Sans"/>
              <a:cs typeface="Open Sans"/>
              <a:sym typeface="Open Sans"/>
            </a:endParaRPr>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p:txBody>
      </p:sp>
      <p:sp>
        <p:nvSpPr>
          <p:cNvPr id="364" name="Google Shape;364;p8: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88441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9: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9: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p:txBody>
      </p:sp>
      <p:sp>
        <p:nvSpPr>
          <p:cNvPr id="372" name="Google Shape;372;p9: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3734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0: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10: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err="1"/>
              <a:t>Danh</a:t>
            </a:r>
            <a:r>
              <a:rPr lang="en-US" dirty="0"/>
              <a:t> </a:t>
            </a:r>
            <a:r>
              <a:rPr lang="en-US" dirty="0" err="1"/>
              <a:t>mục</a:t>
            </a:r>
            <a:r>
              <a:rPr lang="en-US" dirty="0"/>
              <a:t> </a:t>
            </a:r>
            <a:r>
              <a:rPr lang="en-US" dirty="0" err="1"/>
              <a:t>sản</a:t>
            </a:r>
            <a:r>
              <a:rPr lang="en-US" dirty="0"/>
              <a:t> </a:t>
            </a:r>
            <a:r>
              <a:rPr lang="en-US" dirty="0" err="1"/>
              <a:t>phẩm</a:t>
            </a:r>
            <a:r>
              <a:rPr lang="en-US" dirty="0"/>
              <a:t>/</a:t>
            </a:r>
            <a:r>
              <a:rPr lang="en-US" dirty="0" err="1"/>
              <a:t>công</a:t>
            </a:r>
            <a:r>
              <a:rPr lang="en-US" dirty="0"/>
              <a:t> </a:t>
            </a:r>
            <a:r>
              <a:rPr lang="en-US" dirty="0" err="1"/>
              <a:t>việc</a:t>
            </a:r>
            <a:r>
              <a:rPr lang="en-US" dirty="0"/>
              <a:t> </a:t>
            </a:r>
            <a:r>
              <a:rPr lang="en-US" dirty="0" err="1"/>
              <a:t>của</a:t>
            </a:r>
            <a:r>
              <a:rPr lang="en-US" dirty="0"/>
              <a:t> </a:t>
            </a:r>
            <a:r>
              <a:rPr lang="en-US" dirty="0" err="1"/>
              <a:t>cơ</a:t>
            </a:r>
            <a:r>
              <a:rPr lang="en-US" dirty="0"/>
              <a:t> </a:t>
            </a:r>
            <a:r>
              <a:rPr lang="en-US" dirty="0" err="1"/>
              <a:t>quan</a:t>
            </a:r>
            <a:r>
              <a:rPr lang="en-US" dirty="0"/>
              <a:t>, </a:t>
            </a:r>
            <a:r>
              <a:rPr lang="en-US" dirty="0" err="1"/>
              <a:t>đơn</a:t>
            </a:r>
            <a:r>
              <a:rPr lang="en-US" dirty="0"/>
              <a:t> </a:t>
            </a:r>
            <a:r>
              <a:rPr lang="en-US" dirty="0" err="1"/>
              <a:t>vị</a:t>
            </a:r>
            <a:r>
              <a:rPr lang="en-US" dirty="0"/>
              <a:t> </a:t>
            </a:r>
            <a:r>
              <a:rPr lang="en-US" dirty="0" err="1"/>
              <a:t>để</a:t>
            </a:r>
            <a:r>
              <a:rPr lang="en-US" dirty="0"/>
              <a:t> </a:t>
            </a:r>
            <a:r>
              <a:rPr lang="en-US" dirty="0" err="1"/>
              <a:t>làm</a:t>
            </a:r>
            <a:r>
              <a:rPr lang="en-US" dirty="0"/>
              <a:t> </a:t>
            </a:r>
            <a:r>
              <a:rPr lang="en-US" dirty="0" err="1"/>
              <a:t>cơ</a:t>
            </a:r>
            <a:r>
              <a:rPr lang="en-US" dirty="0"/>
              <a:t> </a:t>
            </a:r>
            <a:r>
              <a:rPr lang="en-US" dirty="0" err="1"/>
              <a:t>sở</a:t>
            </a:r>
            <a:r>
              <a:rPr lang="en-US" dirty="0"/>
              <a:t> </a:t>
            </a:r>
            <a:r>
              <a:rPr lang="en-US" dirty="0" err="1"/>
              <a:t>quy</a:t>
            </a:r>
            <a:r>
              <a:rPr lang="en-US" dirty="0"/>
              <a:t> </a:t>
            </a:r>
            <a:r>
              <a:rPr lang="en-US" dirty="0" err="1"/>
              <a:t>đổi</a:t>
            </a:r>
            <a:r>
              <a:rPr lang="en-US" dirty="0"/>
              <a:t> </a:t>
            </a:r>
            <a:r>
              <a:rPr lang="en-US" dirty="0" err="1"/>
              <a:t>và</a:t>
            </a:r>
            <a:r>
              <a:rPr lang="en-US" dirty="0"/>
              <a:t> </a:t>
            </a:r>
            <a:r>
              <a:rPr lang="en-US" dirty="0" err="1"/>
              <a:t>lượng</a:t>
            </a:r>
            <a:r>
              <a:rPr lang="en-US" dirty="0"/>
              <a:t> </a:t>
            </a:r>
            <a:r>
              <a:rPr lang="en-US" dirty="0" err="1"/>
              <a:t>hóa</a:t>
            </a:r>
            <a:r>
              <a:rPr lang="en-US" dirty="0"/>
              <a:t> </a:t>
            </a:r>
            <a:r>
              <a:rPr lang="en-US" dirty="0" err="1"/>
              <a:t>nhiệm</a:t>
            </a:r>
            <a:r>
              <a:rPr lang="en-US" dirty="0"/>
              <a:t> </a:t>
            </a:r>
            <a:r>
              <a:rPr lang="en-US" dirty="0" err="1"/>
              <a:t>vụ</a:t>
            </a:r>
            <a:r>
              <a:rPr lang="en-US" dirty="0"/>
              <a:t> </a:t>
            </a:r>
            <a:r>
              <a:rPr lang="en-US" dirty="0" err="1"/>
              <a:t>theo</a:t>
            </a:r>
            <a:r>
              <a:rPr lang="en-US" dirty="0"/>
              <a:t> </a:t>
            </a:r>
            <a:r>
              <a:rPr lang="en-US" dirty="0" err="1"/>
              <a:t>sản</a:t>
            </a:r>
            <a:r>
              <a:rPr lang="en-US" dirty="0"/>
              <a:t> </a:t>
            </a:r>
            <a:r>
              <a:rPr lang="en-US" dirty="0" err="1"/>
              <a:t>phẩm</a:t>
            </a:r>
            <a:r>
              <a:rPr lang="en-US" dirty="0"/>
              <a:t>, </a:t>
            </a:r>
            <a:r>
              <a:rPr lang="en-US" dirty="0" err="1"/>
              <a:t>làm</a:t>
            </a:r>
            <a:r>
              <a:rPr lang="en-US" dirty="0"/>
              <a:t> </a:t>
            </a:r>
            <a:r>
              <a:rPr lang="en-US" dirty="0" err="1"/>
              <a:t>căn</a:t>
            </a:r>
            <a:r>
              <a:rPr lang="en-US" dirty="0"/>
              <a:t> </a:t>
            </a:r>
            <a:r>
              <a:rPr lang="en-US" dirty="0" err="1"/>
              <a:t>cứ</a:t>
            </a:r>
            <a:r>
              <a:rPr lang="en-US" dirty="0"/>
              <a:t> </a:t>
            </a:r>
            <a:r>
              <a:rPr lang="en-US" dirty="0" err="1"/>
              <a:t>để</a:t>
            </a:r>
            <a:r>
              <a:rPr lang="en-US" dirty="0"/>
              <a:t> </a:t>
            </a:r>
            <a:r>
              <a:rPr lang="en-US" dirty="0" err="1"/>
              <a:t>giao</a:t>
            </a:r>
            <a:r>
              <a:rPr lang="en-US" dirty="0"/>
              <a:t> </a:t>
            </a:r>
            <a:r>
              <a:rPr lang="en-US" dirty="0" err="1"/>
              <a:t>việc</a:t>
            </a:r>
            <a:r>
              <a:rPr lang="en-US" dirty="0"/>
              <a:t>, </a:t>
            </a:r>
            <a:r>
              <a:rPr lang="en-US" dirty="0" err="1"/>
              <a:t>theo</a:t>
            </a:r>
            <a:r>
              <a:rPr lang="en-US" dirty="0"/>
              <a:t> </a:t>
            </a:r>
            <a:r>
              <a:rPr lang="en-US" dirty="0" err="1"/>
              <a:t>dõi</a:t>
            </a:r>
            <a:r>
              <a:rPr lang="en-US" dirty="0"/>
              <a:t>, </a:t>
            </a:r>
            <a:r>
              <a:rPr lang="en-US" dirty="0" err="1"/>
              <a:t>đánh</a:t>
            </a:r>
            <a:r>
              <a:rPr lang="en-US" dirty="0"/>
              <a:t> </a:t>
            </a:r>
            <a:r>
              <a:rPr lang="en-US" dirty="0" err="1"/>
              <a:t>giá</a:t>
            </a:r>
            <a:r>
              <a:rPr lang="en-US" dirty="0"/>
              <a:t> </a:t>
            </a:r>
            <a:r>
              <a:rPr lang="en-US" dirty="0" err="1"/>
              <a:t>kết</a:t>
            </a:r>
            <a:r>
              <a:rPr lang="en-US" dirty="0"/>
              <a:t> </a:t>
            </a:r>
            <a:r>
              <a:rPr lang="en-US" dirty="0" err="1"/>
              <a:t>quả</a:t>
            </a:r>
            <a:r>
              <a:rPr lang="en-US" dirty="0"/>
              <a:t> </a:t>
            </a:r>
            <a:r>
              <a:rPr lang="en-US" dirty="0" err="1"/>
              <a:t>thực</a:t>
            </a:r>
            <a:r>
              <a:rPr lang="en-US" dirty="0"/>
              <a:t> </a:t>
            </a:r>
            <a:r>
              <a:rPr lang="en-US" dirty="0" err="1"/>
              <a:t>hiện</a:t>
            </a:r>
            <a:r>
              <a:rPr lang="en-US" dirty="0"/>
              <a:t> </a:t>
            </a:r>
            <a:r>
              <a:rPr lang="en-US" dirty="0" err="1"/>
              <a:t>nhiệm</a:t>
            </a:r>
            <a:r>
              <a:rPr lang="en-US" dirty="0"/>
              <a:t> </a:t>
            </a:r>
            <a:r>
              <a:rPr lang="en-US" dirty="0" err="1"/>
              <a:t>vụ</a:t>
            </a:r>
            <a:r>
              <a:rPr lang="en-US" dirty="0"/>
              <a:t> </a:t>
            </a:r>
            <a:r>
              <a:rPr lang="en-US" dirty="0" err="1"/>
              <a:t>của</a:t>
            </a:r>
            <a:r>
              <a:rPr lang="en-US" dirty="0"/>
              <a:t> </a:t>
            </a:r>
            <a:r>
              <a:rPr lang="en-US" dirty="0" err="1"/>
              <a:t>công</a:t>
            </a:r>
            <a:r>
              <a:rPr lang="en-US" dirty="0"/>
              <a:t> </a:t>
            </a:r>
            <a:r>
              <a:rPr lang="en-US" dirty="0" err="1"/>
              <a:t>chức</a:t>
            </a:r>
            <a:r>
              <a:rPr lang="en-US" dirty="0"/>
              <a:t>. </a:t>
            </a:r>
            <a:r>
              <a:rPr lang="en-US" dirty="0" err="1"/>
              <a:t>Hệ</a:t>
            </a:r>
            <a:r>
              <a:rPr lang="en-US" dirty="0"/>
              <a:t> </a:t>
            </a:r>
            <a:r>
              <a:rPr lang="en-US" dirty="0" err="1"/>
              <a:t>thống</a:t>
            </a:r>
            <a:r>
              <a:rPr lang="en-US" dirty="0"/>
              <a:t> </a:t>
            </a:r>
            <a:r>
              <a:rPr lang="en-US" dirty="0" err="1"/>
              <a:t>cho</a:t>
            </a:r>
            <a:r>
              <a:rPr lang="en-US" dirty="0"/>
              <a:t> </a:t>
            </a:r>
            <a:r>
              <a:rPr lang="en-US" dirty="0" err="1"/>
              <a:t>phép</a:t>
            </a:r>
            <a:r>
              <a:rPr lang="en-US" dirty="0"/>
              <a:t> </a:t>
            </a:r>
            <a:r>
              <a:rPr lang="en-US" dirty="0" err="1"/>
              <a:t>quản</a:t>
            </a:r>
            <a:r>
              <a:rPr lang="en-US" dirty="0"/>
              <a:t> </a:t>
            </a:r>
            <a:r>
              <a:rPr lang="en-US" dirty="0" err="1"/>
              <a:t>lý</a:t>
            </a:r>
            <a:r>
              <a:rPr lang="en-US" dirty="0"/>
              <a:t> </a:t>
            </a:r>
            <a:r>
              <a:rPr lang="en-US" dirty="0" err="1"/>
              <a:t>Chỉ</a:t>
            </a:r>
            <a:r>
              <a:rPr lang="en-US" dirty="0"/>
              <a:t> </a:t>
            </a:r>
            <a:r>
              <a:rPr lang="en-US" dirty="0" err="1"/>
              <a:t>tiêu</a:t>
            </a:r>
            <a:r>
              <a:rPr lang="en-US" dirty="0"/>
              <a:t> </a:t>
            </a:r>
            <a:r>
              <a:rPr lang="en-US" dirty="0" err="1"/>
              <a:t>đầu</a:t>
            </a:r>
            <a:r>
              <a:rPr lang="en-US" dirty="0"/>
              <a:t> </a:t>
            </a:r>
            <a:r>
              <a:rPr lang="en-US" dirty="0" err="1"/>
              <a:t>vào</a:t>
            </a:r>
            <a:r>
              <a:rPr lang="en-US" dirty="0"/>
              <a:t> (</a:t>
            </a:r>
            <a:r>
              <a:rPr lang="en-US" dirty="0" err="1"/>
              <a:t>hệ</a:t>
            </a:r>
            <a:r>
              <a:rPr lang="en-US" dirty="0"/>
              <a:t> </a:t>
            </a:r>
            <a:r>
              <a:rPr lang="en-US" dirty="0" err="1"/>
              <a:t>số</a:t>
            </a:r>
            <a:r>
              <a:rPr lang="en-US" dirty="0"/>
              <a:t> </a:t>
            </a:r>
            <a:r>
              <a:rPr lang="en-US" dirty="0" err="1"/>
              <a:t>quy</a:t>
            </a:r>
            <a:r>
              <a:rPr lang="en-US" dirty="0"/>
              <a:t> </a:t>
            </a:r>
            <a:r>
              <a:rPr lang="en-US" dirty="0" err="1"/>
              <a:t>đổi</a:t>
            </a:r>
            <a:r>
              <a:rPr lang="en-US" dirty="0"/>
              <a:t>, </a:t>
            </a:r>
            <a:r>
              <a:rPr lang="en-US" dirty="0" err="1"/>
              <a:t>sản</a:t>
            </a:r>
            <a:r>
              <a:rPr lang="en-US" dirty="0"/>
              <a:t> </a:t>
            </a:r>
            <a:r>
              <a:rPr lang="en-US" dirty="0" err="1"/>
              <a:t>phẩm</a:t>
            </a:r>
            <a:r>
              <a:rPr lang="en-US" dirty="0"/>
              <a:t> </a:t>
            </a:r>
            <a:r>
              <a:rPr lang="en-US" dirty="0" err="1"/>
              <a:t>đầu</a:t>
            </a:r>
            <a:r>
              <a:rPr lang="en-US" dirty="0"/>
              <a:t> </a:t>
            </a:r>
            <a:r>
              <a:rPr lang="en-US" dirty="0" err="1"/>
              <a:t>ra</a:t>
            </a:r>
            <a:r>
              <a:rPr lang="en-US" dirty="0"/>
              <a:t>, </a:t>
            </a:r>
            <a:r>
              <a:rPr lang="en-US" dirty="0" err="1"/>
              <a:t>tỷ</a:t>
            </a:r>
            <a:r>
              <a:rPr lang="en-US" dirty="0"/>
              <a:t> </a:t>
            </a:r>
            <a:r>
              <a:rPr lang="en-US" dirty="0" err="1"/>
              <a:t>lệ</a:t>
            </a:r>
            <a:r>
              <a:rPr lang="en-US" dirty="0"/>
              <a:t> </a:t>
            </a:r>
            <a:r>
              <a:rPr lang="en-US" dirty="0" err="1"/>
              <a:t>tham</a:t>
            </a:r>
            <a:r>
              <a:rPr lang="en-US" dirty="0"/>
              <a:t> </a:t>
            </a:r>
            <a:r>
              <a:rPr lang="en-US" dirty="0" err="1"/>
              <a:t>gia</a:t>
            </a:r>
            <a:r>
              <a:rPr lang="en-US" dirty="0"/>
              <a:t>, </a:t>
            </a:r>
            <a:r>
              <a:rPr lang="en-US" dirty="0" err="1"/>
              <a:t>thời</a:t>
            </a:r>
            <a:r>
              <a:rPr lang="en-US" dirty="0"/>
              <a:t> </a:t>
            </a:r>
            <a:r>
              <a:rPr lang="en-US" dirty="0" err="1"/>
              <a:t>gian</a:t>
            </a:r>
            <a:r>
              <a:rPr lang="en-US" dirty="0"/>
              <a:t> </a:t>
            </a:r>
            <a:r>
              <a:rPr lang="en-US" dirty="0" err="1"/>
              <a:t>xử</a:t>
            </a:r>
            <a:r>
              <a:rPr lang="en-US" dirty="0"/>
              <a:t> </a:t>
            </a:r>
            <a:r>
              <a:rPr lang="en-US" dirty="0" err="1"/>
              <a:t>lý</a:t>
            </a:r>
            <a:r>
              <a:rPr lang="en-US" dirty="0"/>
              <a:t> </a:t>
            </a:r>
            <a:r>
              <a:rPr lang="en-US" dirty="0" err="1"/>
              <a:t>trung</a:t>
            </a:r>
            <a:r>
              <a:rPr lang="en-US" dirty="0"/>
              <a:t> </a:t>
            </a:r>
            <a:r>
              <a:rPr lang="en-US" dirty="0" err="1"/>
              <a:t>bình</a:t>
            </a:r>
            <a:r>
              <a:rPr lang="en-US" dirty="0"/>
              <a:t>…)</a:t>
            </a:r>
            <a:endParaRPr dirty="0"/>
          </a:p>
          <a:p>
            <a:pPr marL="0" marR="0" lvl="0" indent="0" algn="l" rtl="0">
              <a:lnSpc>
                <a:spcPct val="100000"/>
              </a:lnSpc>
              <a:spcBef>
                <a:spcPts val="0"/>
              </a:spcBef>
              <a:spcAft>
                <a:spcPts val="0"/>
              </a:spcAft>
              <a:buClr>
                <a:srgbClr val="000000"/>
              </a:buClr>
              <a:buSzPts val="1400"/>
              <a:buFont typeface="Arial"/>
              <a:buNone/>
            </a:pPr>
            <a:r>
              <a:rPr lang="en-US" dirty="0" err="1"/>
              <a:t>Để</a:t>
            </a:r>
            <a:r>
              <a:rPr lang="en-US" dirty="0"/>
              <a:t> </a:t>
            </a:r>
            <a:r>
              <a:rPr lang="en-US" dirty="0" err="1"/>
              <a:t>từ</a:t>
            </a:r>
            <a:r>
              <a:rPr lang="en-US" dirty="0"/>
              <a:t> </a:t>
            </a:r>
            <a:r>
              <a:rPr lang="en-US" dirty="0" err="1"/>
              <a:t>đó</a:t>
            </a:r>
            <a:r>
              <a:rPr lang="en-US" dirty="0"/>
              <a:t> </a:t>
            </a:r>
            <a:r>
              <a:rPr lang="en-US" dirty="0" err="1"/>
              <a:t>tính</a:t>
            </a:r>
            <a:r>
              <a:rPr lang="en-US" dirty="0"/>
              <a:t> </a:t>
            </a:r>
            <a:r>
              <a:rPr lang="en-US" dirty="0" err="1"/>
              <a:t>ra</a:t>
            </a:r>
            <a:r>
              <a:rPr lang="en-US" dirty="0"/>
              <a:t> </a:t>
            </a:r>
            <a:r>
              <a:rPr lang="en-US" dirty="0" err="1"/>
              <a:t>và</a:t>
            </a:r>
            <a:r>
              <a:rPr lang="en-US" dirty="0"/>
              <a:t> </a:t>
            </a:r>
            <a:r>
              <a:rPr lang="en-US" dirty="0" err="1"/>
              <a:t>đo</a:t>
            </a:r>
            <a:r>
              <a:rPr lang="en-US" dirty="0"/>
              <a:t> </a:t>
            </a:r>
            <a:r>
              <a:rPr lang="en-US" dirty="0" err="1"/>
              <a:t>lường</a:t>
            </a:r>
            <a:r>
              <a:rPr lang="en-US" dirty="0"/>
              <a:t> </a:t>
            </a:r>
            <a:r>
              <a:rPr lang="en-US" dirty="0" err="1"/>
              <a:t>được</a:t>
            </a:r>
            <a:r>
              <a:rPr lang="en-US" dirty="0"/>
              <a:t> </a:t>
            </a:r>
            <a:r>
              <a:rPr lang="en-US" dirty="0" err="1"/>
              <a:t>kết</a:t>
            </a:r>
            <a:r>
              <a:rPr lang="en-US" dirty="0"/>
              <a:t> </a:t>
            </a:r>
            <a:r>
              <a:rPr lang="en-US" dirty="0" err="1"/>
              <a:t>quả</a:t>
            </a:r>
            <a:r>
              <a:rPr lang="en-US" dirty="0"/>
              <a:t> </a:t>
            </a:r>
            <a:r>
              <a:rPr lang="en-US" dirty="0" err="1"/>
              <a:t>thực</a:t>
            </a:r>
            <a:r>
              <a:rPr lang="en-US" dirty="0"/>
              <a:t> </a:t>
            </a:r>
            <a:r>
              <a:rPr lang="en-US" dirty="0" err="1"/>
              <a:t>hiện</a:t>
            </a:r>
            <a:r>
              <a:rPr lang="en-US" dirty="0"/>
              <a:t> </a:t>
            </a:r>
            <a:r>
              <a:rPr lang="en-US" dirty="0" err="1"/>
              <a:t>nhiệm</a:t>
            </a:r>
            <a:r>
              <a:rPr lang="en-US" dirty="0"/>
              <a:t> </a:t>
            </a:r>
            <a:r>
              <a:rPr lang="en-US" dirty="0" err="1"/>
              <a:t>vụ</a:t>
            </a:r>
            <a:r>
              <a:rPr lang="en-US" dirty="0"/>
              <a:t>.</a:t>
            </a:r>
            <a:endParaRPr dirty="0"/>
          </a:p>
          <a:p>
            <a:pPr marL="0" marR="0" lvl="0" indent="0" algn="l" rtl="0">
              <a:lnSpc>
                <a:spcPct val="100000"/>
              </a:lnSpc>
              <a:spcBef>
                <a:spcPts val="0"/>
              </a:spcBef>
              <a:spcAft>
                <a:spcPts val="0"/>
              </a:spcAft>
              <a:buClr>
                <a:srgbClr val="000000"/>
              </a:buClr>
              <a:buSzPts val="1400"/>
              <a:buFont typeface="Arial"/>
              <a:buNone/>
            </a:pPr>
            <a:r>
              <a:rPr lang="en-US" dirty="0" err="1"/>
              <a:t>Đối</a:t>
            </a:r>
            <a:r>
              <a:rPr lang="en-US" dirty="0"/>
              <a:t> </a:t>
            </a:r>
            <a:r>
              <a:rPr lang="en-US" dirty="0" err="1"/>
              <a:t>với</a:t>
            </a:r>
            <a:r>
              <a:rPr lang="en-US" dirty="0"/>
              <a:t> </a:t>
            </a:r>
            <a:r>
              <a:rPr lang="en-US" dirty="0" err="1"/>
              <a:t>Danh</a:t>
            </a:r>
            <a:r>
              <a:rPr lang="en-US" dirty="0"/>
              <a:t> </a:t>
            </a:r>
            <a:r>
              <a:rPr lang="en-US" dirty="0" err="1"/>
              <a:t>mục</a:t>
            </a:r>
            <a:r>
              <a:rPr lang="en-US" dirty="0"/>
              <a:t> </a:t>
            </a:r>
            <a:r>
              <a:rPr lang="en-US" dirty="0" err="1"/>
              <a:t>sản</a:t>
            </a:r>
            <a:r>
              <a:rPr lang="en-US" dirty="0"/>
              <a:t> </a:t>
            </a:r>
            <a:r>
              <a:rPr lang="en-US" dirty="0" err="1"/>
              <a:t>phẩm</a:t>
            </a:r>
            <a:r>
              <a:rPr lang="en-US" dirty="0"/>
              <a:t>/</a:t>
            </a:r>
            <a:r>
              <a:rPr lang="en-US" dirty="0" err="1"/>
              <a:t>công</a:t>
            </a:r>
            <a:r>
              <a:rPr lang="en-US" dirty="0"/>
              <a:t> </a:t>
            </a:r>
            <a:r>
              <a:rPr lang="en-US" dirty="0" err="1"/>
              <a:t>việc</a:t>
            </a:r>
            <a:r>
              <a:rPr lang="en-US" dirty="0"/>
              <a:t> </a:t>
            </a:r>
            <a:r>
              <a:rPr lang="en-US" dirty="0" err="1"/>
              <a:t>được</a:t>
            </a:r>
            <a:r>
              <a:rPr lang="en-US" dirty="0"/>
              <a:t> </a:t>
            </a:r>
            <a:r>
              <a:rPr lang="en-US" dirty="0" err="1"/>
              <a:t>phân</a:t>
            </a:r>
            <a:r>
              <a:rPr lang="en-US" dirty="0"/>
              <a:t> </a:t>
            </a:r>
            <a:r>
              <a:rPr lang="en-US" dirty="0" err="1"/>
              <a:t>loại</a:t>
            </a:r>
            <a:r>
              <a:rPr lang="en-US" dirty="0"/>
              <a:t> </a:t>
            </a:r>
            <a:r>
              <a:rPr lang="en-US" dirty="0" err="1"/>
              <a:t>nhiệm</a:t>
            </a:r>
            <a:r>
              <a:rPr lang="en-US" dirty="0"/>
              <a:t> </a:t>
            </a:r>
            <a:r>
              <a:rPr lang="en-US" dirty="0" err="1"/>
              <a:t>vụ</a:t>
            </a:r>
            <a:r>
              <a:rPr lang="en-US" dirty="0"/>
              <a:t> </a:t>
            </a:r>
            <a:r>
              <a:rPr lang="en-US" dirty="0" err="1"/>
              <a:t>theo</a:t>
            </a:r>
            <a:r>
              <a:rPr lang="en-US" dirty="0"/>
              <a:t> </a:t>
            </a:r>
            <a:r>
              <a:rPr lang="en-US" dirty="0" err="1"/>
              <a:t>tính</a:t>
            </a:r>
            <a:r>
              <a:rPr lang="en-US" dirty="0"/>
              <a:t> </a:t>
            </a:r>
            <a:r>
              <a:rPr lang="en-US" dirty="0" err="1"/>
              <a:t>chất</a:t>
            </a:r>
            <a:r>
              <a:rPr lang="en-US" dirty="0"/>
              <a:t> </a:t>
            </a:r>
            <a:r>
              <a:rPr lang="en-US" dirty="0" err="1"/>
              <a:t>công</a:t>
            </a:r>
            <a:r>
              <a:rPr lang="en-US" dirty="0"/>
              <a:t> </a:t>
            </a:r>
            <a:r>
              <a:rPr lang="en-US" dirty="0" err="1"/>
              <a:t>việc</a:t>
            </a:r>
            <a:r>
              <a:rPr lang="en-US" dirty="0"/>
              <a:t> </a:t>
            </a:r>
            <a:r>
              <a:rPr lang="en-US" dirty="0" err="1"/>
              <a:t>và</a:t>
            </a:r>
            <a:r>
              <a:rPr lang="en-US" dirty="0"/>
              <a:t> </a:t>
            </a:r>
            <a:r>
              <a:rPr lang="en-US" dirty="0" err="1"/>
              <a:t>đặc</a:t>
            </a:r>
            <a:r>
              <a:rPr lang="en-US" dirty="0"/>
              <a:t> </a:t>
            </a:r>
            <a:r>
              <a:rPr lang="en-US" dirty="0" err="1"/>
              <a:t>điểm</a:t>
            </a:r>
            <a:r>
              <a:rPr lang="en-US" dirty="0"/>
              <a:t> </a:t>
            </a:r>
            <a:r>
              <a:rPr lang="en-US" dirty="0" err="1"/>
              <a:t>của</a:t>
            </a:r>
            <a:r>
              <a:rPr lang="en-US" dirty="0"/>
              <a:t> </a:t>
            </a:r>
            <a:r>
              <a:rPr lang="en-US" dirty="0" err="1"/>
              <a:t>sản</a:t>
            </a:r>
            <a:r>
              <a:rPr lang="en-US" dirty="0"/>
              <a:t> </a:t>
            </a:r>
            <a:r>
              <a:rPr lang="en-US" dirty="0" err="1"/>
              <a:t>phẩm</a:t>
            </a:r>
            <a:r>
              <a:rPr lang="en-US" dirty="0"/>
              <a:t> </a:t>
            </a:r>
            <a:r>
              <a:rPr lang="en-US" dirty="0" err="1"/>
              <a:t>tối</a:t>
            </a:r>
            <a:r>
              <a:rPr lang="en-US" dirty="0"/>
              <a:t> </a:t>
            </a:r>
            <a:r>
              <a:rPr lang="en-US" dirty="0" err="1"/>
              <a:t>đa</a:t>
            </a:r>
            <a:r>
              <a:rPr lang="en-US" dirty="0"/>
              <a:t> </a:t>
            </a:r>
            <a:r>
              <a:rPr lang="en-US" dirty="0" err="1"/>
              <a:t>thành</a:t>
            </a:r>
            <a:r>
              <a:rPr lang="en-US" dirty="0"/>
              <a:t> 05 </a:t>
            </a:r>
            <a:r>
              <a:rPr lang="en-US" dirty="0" err="1"/>
              <a:t>nhóm</a:t>
            </a:r>
            <a:r>
              <a:rPr lang="en-US" dirty="0"/>
              <a:t> </a:t>
            </a:r>
            <a:r>
              <a:rPr lang="en-US" dirty="0" err="1"/>
              <a:t>theo</a:t>
            </a:r>
            <a:r>
              <a:rPr lang="en-US" dirty="0"/>
              <a:t> </a:t>
            </a:r>
            <a:r>
              <a:rPr lang="en-US" dirty="0" err="1"/>
              <a:t>cấp</a:t>
            </a:r>
            <a:r>
              <a:rPr lang="en-US" dirty="0"/>
              <a:t> </a:t>
            </a:r>
            <a:r>
              <a:rPr lang="en-US" dirty="0" err="1"/>
              <a:t>độ</a:t>
            </a:r>
            <a:r>
              <a:rPr lang="en-US" dirty="0"/>
              <a:t> (</a:t>
            </a:r>
            <a:r>
              <a:rPr lang="en-US" dirty="0" err="1"/>
              <a:t>đơn</a:t>
            </a:r>
            <a:r>
              <a:rPr lang="en-US" dirty="0"/>
              <a:t> </a:t>
            </a:r>
            <a:r>
              <a:rPr lang="en-US" dirty="0" err="1"/>
              <a:t>giản</a:t>
            </a:r>
            <a:r>
              <a:rPr lang="en-US" dirty="0"/>
              <a:t> → </a:t>
            </a:r>
            <a:r>
              <a:rPr lang="en-US" dirty="0" err="1"/>
              <a:t>phức</a:t>
            </a:r>
            <a:r>
              <a:rPr lang="en-US" dirty="0"/>
              <a:t> </a:t>
            </a:r>
            <a:r>
              <a:rPr lang="en-US" dirty="0" err="1"/>
              <a:t>tạp</a:t>
            </a:r>
            <a:r>
              <a:rPr lang="en-US" dirty="0"/>
              <a:t>, </a:t>
            </a:r>
            <a:r>
              <a:rPr lang="en-US" dirty="0" err="1"/>
              <a:t>chuyên</a:t>
            </a:r>
            <a:r>
              <a:rPr lang="en-US" dirty="0"/>
              <a:t> </a:t>
            </a:r>
            <a:r>
              <a:rPr lang="en-US" dirty="0" err="1"/>
              <a:t>môn</a:t>
            </a:r>
            <a:r>
              <a:rPr lang="en-US" dirty="0"/>
              <a:t> → </a:t>
            </a:r>
            <a:r>
              <a:rPr lang="en-US" dirty="0" err="1"/>
              <a:t>tổng</a:t>
            </a:r>
            <a:r>
              <a:rPr lang="en-US" dirty="0"/>
              <a:t> </a:t>
            </a:r>
            <a:r>
              <a:rPr lang="en-US" dirty="0" err="1"/>
              <a:t>hợp</a:t>
            </a:r>
            <a:r>
              <a:rPr lang="en-US" dirty="0"/>
              <a:t>) </a:t>
            </a:r>
            <a:r>
              <a:rPr lang="en-US" dirty="0" err="1"/>
              <a:t>để</a:t>
            </a:r>
            <a:r>
              <a:rPr lang="en-US" dirty="0"/>
              <a:t> </a:t>
            </a:r>
            <a:r>
              <a:rPr lang="en-US" dirty="0" err="1"/>
              <a:t>đảm</a:t>
            </a:r>
            <a:r>
              <a:rPr lang="en-US" dirty="0"/>
              <a:t> </a:t>
            </a:r>
            <a:r>
              <a:rPr lang="en-US" dirty="0" err="1"/>
              <a:t>bảo</a:t>
            </a:r>
            <a:r>
              <a:rPr lang="en-US" dirty="0"/>
              <a:t> </a:t>
            </a:r>
            <a:r>
              <a:rPr lang="en-US" dirty="0" err="1"/>
              <a:t>chấm</a:t>
            </a:r>
            <a:r>
              <a:rPr lang="en-US" dirty="0"/>
              <a:t> </a:t>
            </a:r>
            <a:r>
              <a:rPr lang="en-US" dirty="0" err="1"/>
              <a:t>điểm</a:t>
            </a:r>
            <a:r>
              <a:rPr lang="en-US" dirty="0"/>
              <a:t> </a:t>
            </a:r>
            <a:r>
              <a:rPr lang="en-US" dirty="0" err="1"/>
              <a:t>phù</a:t>
            </a:r>
            <a:r>
              <a:rPr lang="en-US" dirty="0"/>
              <a:t> </a:t>
            </a:r>
            <a:r>
              <a:rPr lang="en-US" dirty="0" err="1"/>
              <a:t>hợp</a:t>
            </a:r>
            <a:r>
              <a:rPr lang="en-US" dirty="0"/>
              <a:t> </a:t>
            </a:r>
            <a:r>
              <a:rPr lang="en-US" dirty="0" err="1"/>
              <a:t>để</a:t>
            </a:r>
            <a:r>
              <a:rPr lang="en-US" dirty="0"/>
              <a:t> </a:t>
            </a:r>
            <a:r>
              <a:rPr lang="en-US" dirty="0" err="1"/>
              <a:t>làm</a:t>
            </a:r>
            <a:r>
              <a:rPr lang="en-US" dirty="0"/>
              <a:t> </a:t>
            </a:r>
            <a:r>
              <a:rPr lang="en-US" b="1" dirty="0" err="1"/>
              <a:t>cơ</a:t>
            </a:r>
            <a:r>
              <a:rPr lang="en-US" b="1" dirty="0"/>
              <a:t> </a:t>
            </a:r>
            <a:r>
              <a:rPr lang="en-US" b="1" dirty="0" err="1"/>
              <a:t>sở</a:t>
            </a:r>
            <a:r>
              <a:rPr lang="en-US" b="1" dirty="0"/>
              <a:t> </a:t>
            </a:r>
            <a:r>
              <a:rPr lang="en-US" b="1" dirty="0" err="1"/>
              <a:t>xác</a:t>
            </a:r>
            <a:r>
              <a:rPr lang="en-US" b="1" dirty="0"/>
              <a:t> </a:t>
            </a:r>
            <a:r>
              <a:rPr lang="en-US" b="1" dirty="0" err="1"/>
              <a:t>định</a:t>
            </a:r>
            <a:r>
              <a:rPr lang="en-US" b="1" dirty="0"/>
              <a:t> </a:t>
            </a:r>
            <a:r>
              <a:rPr lang="en-US" b="1" dirty="0" err="1"/>
              <a:t>hệ</a:t>
            </a:r>
            <a:r>
              <a:rPr lang="en-US" b="1" dirty="0"/>
              <a:t> </a:t>
            </a:r>
            <a:r>
              <a:rPr lang="en-US" b="1" dirty="0" err="1"/>
              <a:t>số</a:t>
            </a:r>
            <a:r>
              <a:rPr lang="en-US" b="1" dirty="0"/>
              <a:t> </a:t>
            </a:r>
            <a:r>
              <a:rPr lang="en-US" b="1" dirty="0" err="1"/>
              <a:t>quy</a:t>
            </a:r>
            <a:r>
              <a:rPr lang="en-US" b="1" dirty="0"/>
              <a:t> </a:t>
            </a:r>
            <a:r>
              <a:rPr lang="en-US" b="1" dirty="0" err="1"/>
              <a:t>đổi</a:t>
            </a:r>
            <a:r>
              <a:rPr lang="en-US" b="1" dirty="0"/>
              <a:t> </a:t>
            </a:r>
            <a:r>
              <a:rPr lang="en-US" b="1" dirty="0" err="1"/>
              <a:t>tất</a:t>
            </a:r>
            <a:r>
              <a:rPr lang="en-US" b="1" dirty="0"/>
              <a:t> </a:t>
            </a:r>
            <a:r>
              <a:rPr lang="en-US" b="1" dirty="0" err="1"/>
              <a:t>cả</a:t>
            </a:r>
            <a:r>
              <a:rPr lang="en-US" b="1" dirty="0"/>
              <a:t> </a:t>
            </a:r>
            <a:r>
              <a:rPr lang="en-US" b="1" dirty="0" err="1"/>
              <a:t>sản</a:t>
            </a:r>
            <a:r>
              <a:rPr lang="en-US" b="1" dirty="0"/>
              <a:t> </a:t>
            </a:r>
            <a:r>
              <a:rPr lang="en-US" b="1" dirty="0" err="1"/>
              <a:t>phẩm</a:t>
            </a:r>
            <a:r>
              <a:rPr lang="en-US" b="1" dirty="0"/>
              <a:t>/</a:t>
            </a:r>
            <a:r>
              <a:rPr lang="en-US" b="1" dirty="0" err="1"/>
              <a:t>công</a:t>
            </a:r>
            <a:r>
              <a:rPr lang="en-US" b="1" dirty="0"/>
              <a:t> </a:t>
            </a:r>
            <a:r>
              <a:rPr lang="en-US" b="1" dirty="0" err="1"/>
              <a:t>việc</a:t>
            </a:r>
            <a:r>
              <a:rPr lang="en-US" b="1" dirty="0"/>
              <a:t> </a:t>
            </a:r>
            <a:r>
              <a:rPr lang="en-US" b="1" dirty="0" err="1"/>
              <a:t>về</a:t>
            </a:r>
            <a:r>
              <a:rPr lang="en-US" b="1" dirty="0"/>
              <a:t> </a:t>
            </a:r>
            <a:r>
              <a:rPr lang="en-US" b="1" dirty="0" err="1"/>
              <a:t>đơn</a:t>
            </a:r>
            <a:r>
              <a:rPr lang="en-US" b="1" dirty="0"/>
              <a:t> </a:t>
            </a:r>
            <a:r>
              <a:rPr lang="en-US" b="1" dirty="0" err="1"/>
              <a:t>vị</a:t>
            </a:r>
            <a:r>
              <a:rPr lang="en-US" b="1" dirty="0"/>
              <a:t> </a:t>
            </a:r>
            <a:r>
              <a:rPr lang="en-US" b="1" dirty="0" err="1"/>
              <a:t>sản</a:t>
            </a:r>
            <a:r>
              <a:rPr lang="en-US" b="1" dirty="0"/>
              <a:t> </a:t>
            </a:r>
            <a:r>
              <a:rPr lang="en-US" b="1" dirty="0" err="1"/>
              <a:t>phẩm</a:t>
            </a:r>
            <a:r>
              <a:rPr lang="en-US" b="1" dirty="0"/>
              <a:t>/</a:t>
            </a:r>
            <a:r>
              <a:rPr lang="en-US" b="1" dirty="0" err="1"/>
              <a:t>công</a:t>
            </a:r>
            <a:r>
              <a:rPr lang="en-US" b="1" dirty="0"/>
              <a:t> </a:t>
            </a:r>
            <a:r>
              <a:rPr lang="en-US" b="1" dirty="0" err="1"/>
              <a:t>việc</a:t>
            </a:r>
            <a:r>
              <a:rPr lang="en-US" b="1" dirty="0"/>
              <a:t> </a:t>
            </a:r>
            <a:r>
              <a:rPr lang="en-US" b="1" dirty="0" err="1"/>
              <a:t>chuẩn</a:t>
            </a:r>
            <a:r>
              <a:rPr lang="en-US" b="1" dirty="0"/>
              <a:t>.</a:t>
            </a:r>
            <a:endParaRPr dirty="0"/>
          </a:p>
          <a:p>
            <a:pPr marL="0" marR="0" lvl="0" indent="0" algn="l" rtl="0">
              <a:lnSpc>
                <a:spcPct val="100000"/>
              </a:lnSpc>
              <a:spcBef>
                <a:spcPts val="0"/>
              </a:spcBef>
              <a:spcAft>
                <a:spcPts val="0"/>
              </a:spcAft>
              <a:buClr>
                <a:srgbClr val="000000"/>
              </a:buClr>
              <a:buSzPts val="1400"/>
              <a:buFont typeface="Arial"/>
              <a:buNone/>
            </a:pPr>
            <a:r>
              <a:rPr lang="en-US" dirty="0" err="1"/>
              <a:t>Danh</a:t>
            </a:r>
            <a:r>
              <a:rPr lang="en-US" dirty="0"/>
              <a:t> </a:t>
            </a:r>
            <a:r>
              <a:rPr lang="en-US" dirty="0" err="1"/>
              <a:t>mục</a:t>
            </a:r>
            <a:r>
              <a:rPr lang="en-US" dirty="0"/>
              <a:t> </a:t>
            </a:r>
            <a:r>
              <a:rPr lang="en-US" dirty="0" err="1"/>
              <a:t>cần</a:t>
            </a:r>
            <a:r>
              <a:rPr lang="en-US" dirty="0"/>
              <a:t> </a:t>
            </a:r>
            <a:r>
              <a:rPr lang="en-US" dirty="0" err="1"/>
              <a:t>được</a:t>
            </a:r>
            <a:r>
              <a:rPr lang="en-US" dirty="0"/>
              <a:t> </a:t>
            </a:r>
            <a:r>
              <a:rPr lang="en-US" dirty="0" err="1"/>
              <a:t>rà</a:t>
            </a:r>
            <a:r>
              <a:rPr lang="en-US" dirty="0"/>
              <a:t> </a:t>
            </a:r>
            <a:r>
              <a:rPr lang="en-US" dirty="0" err="1"/>
              <a:t>soát</a:t>
            </a:r>
            <a:r>
              <a:rPr lang="en-US" dirty="0"/>
              <a:t>, </a:t>
            </a:r>
            <a:r>
              <a:rPr lang="en-US" dirty="0" err="1"/>
              <a:t>tổng</a:t>
            </a:r>
            <a:r>
              <a:rPr lang="en-US" dirty="0"/>
              <a:t> </a:t>
            </a:r>
            <a:r>
              <a:rPr lang="en-US" dirty="0" err="1"/>
              <a:t>hợp</a:t>
            </a:r>
            <a:r>
              <a:rPr lang="en-US" dirty="0"/>
              <a:t> </a:t>
            </a:r>
            <a:r>
              <a:rPr lang="en-US" dirty="0" err="1"/>
              <a:t>và</a:t>
            </a:r>
            <a:r>
              <a:rPr lang="en-US" dirty="0"/>
              <a:t> ban </a:t>
            </a:r>
            <a:r>
              <a:rPr lang="en-US" dirty="0" err="1"/>
              <a:t>hành</a:t>
            </a:r>
            <a:r>
              <a:rPr lang="en-US" dirty="0"/>
              <a:t> </a:t>
            </a:r>
            <a:r>
              <a:rPr lang="en-US" dirty="0" err="1"/>
              <a:t>thống</a:t>
            </a:r>
            <a:r>
              <a:rPr lang="en-US" dirty="0"/>
              <a:t> </a:t>
            </a:r>
            <a:r>
              <a:rPr lang="en-US" dirty="0" err="1"/>
              <a:t>nhất</a:t>
            </a:r>
            <a:r>
              <a:rPr lang="en-US" dirty="0"/>
              <a:t> </a:t>
            </a:r>
            <a:r>
              <a:rPr lang="en-US" dirty="0" err="1"/>
              <a:t>để</a:t>
            </a:r>
            <a:r>
              <a:rPr lang="en-US" dirty="0"/>
              <a:t> </a:t>
            </a:r>
            <a:r>
              <a:rPr lang="en-US" dirty="0" err="1"/>
              <a:t>áp</a:t>
            </a:r>
            <a:r>
              <a:rPr lang="en-US" dirty="0"/>
              <a:t> </a:t>
            </a:r>
            <a:r>
              <a:rPr lang="en-US" dirty="0" err="1"/>
              <a:t>dụng</a:t>
            </a:r>
            <a:r>
              <a:rPr lang="en-US" dirty="0"/>
              <a:t> </a:t>
            </a:r>
            <a:r>
              <a:rPr lang="en-US" dirty="0" err="1"/>
              <a:t>chung</a:t>
            </a:r>
            <a:r>
              <a:rPr lang="en-US" dirty="0"/>
              <a:t>.</a:t>
            </a:r>
            <a:endParaRPr dirty="0"/>
          </a:p>
          <a:p>
            <a:pPr marL="0" marR="0" lvl="0" indent="0" algn="l" rtl="0">
              <a:lnSpc>
                <a:spcPct val="100000"/>
              </a:lnSpc>
              <a:spcBef>
                <a:spcPts val="0"/>
              </a:spcBef>
              <a:spcAft>
                <a:spcPts val="0"/>
              </a:spcAft>
              <a:buClr>
                <a:srgbClr val="000000"/>
              </a:buClr>
              <a:buSzPts val="1400"/>
              <a:buFont typeface="Arial"/>
              <a:buNone/>
            </a:pPr>
            <a:r>
              <a:rPr lang="en-US" dirty="0" err="1"/>
              <a:t>Mục</a:t>
            </a:r>
            <a:r>
              <a:rPr lang="en-US" dirty="0"/>
              <a:t> </a:t>
            </a:r>
            <a:r>
              <a:rPr lang="en-US" dirty="0" err="1"/>
              <a:t>tiêu</a:t>
            </a:r>
            <a:r>
              <a:rPr lang="en-US" dirty="0"/>
              <a:t> </a:t>
            </a:r>
            <a:r>
              <a:rPr lang="en-US" dirty="0" err="1"/>
              <a:t>chung</a:t>
            </a:r>
            <a:r>
              <a:rPr lang="en-US" dirty="0"/>
              <a:t>: Minh </a:t>
            </a:r>
            <a:r>
              <a:rPr lang="en-US" dirty="0" err="1"/>
              <a:t>bạch</a:t>
            </a:r>
            <a:r>
              <a:rPr lang="en-US" dirty="0"/>
              <a:t>, </a:t>
            </a:r>
            <a:r>
              <a:rPr lang="en-US" dirty="0" err="1"/>
              <a:t>công</a:t>
            </a:r>
            <a:r>
              <a:rPr lang="en-US" dirty="0"/>
              <a:t> </a:t>
            </a:r>
            <a:r>
              <a:rPr lang="en-US" dirty="0" err="1"/>
              <a:t>bằng</a:t>
            </a:r>
            <a:r>
              <a:rPr lang="en-US" dirty="0"/>
              <a:t>, </a:t>
            </a:r>
            <a:r>
              <a:rPr lang="en-US" dirty="0" err="1"/>
              <a:t>đo</a:t>
            </a:r>
            <a:r>
              <a:rPr lang="en-US" dirty="0"/>
              <a:t> </a:t>
            </a:r>
            <a:r>
              <a:rPr lang="en-US" dirty="0" err="1"/>
              <a:t>lường</a:t>
            </a:r>
            <a:r>
              <a:rPr lang="en-US" dirty="0"/>
              <a:t> </a:t>
            </a:r>
            <a:r>
              <a:rPr lang="en-US" dirty="0" err="1"/>
              <a:t>được</a:t>
            </a:r>
            <a:r>
              <a:rPr lang="en-US" dirty="0"/>
              <a:t>, </a:t>
            </a:r>
            <a:r>
              <a:rPr lang="en-US" dirty="0" err="1"/>
              <a:t>đánh</a:t>
            </a:r>
            <a:r>
              <a:rPr lang="en-US" dirty="0"/>
              <a:t> </a:t>
            </a:r>
            <a:r>
              <a:rPr lang="en-US" dirty="0" err="1"/>
              <a:t>giá</a:t>
            </a:r>
            <a:r>
              <a:rPr lang="en-US" dirty="0"/>
              <a:t> </a:t>
            </a:r>
            <a:r>
              <a:rPr lang="en-US" dirty="0" err="1"/>
              <a:t>chính</a:t>
            </a:r>
            <a:r>
              <a:rPr lang="en-US" dirty="0"/>
              <a:t> </a:t>
            </a:r>
            <a:r>
              <a:rPr lang="en-US" dirty="0" err="1"/>
              <a:t>xác</a:t>
            </a:r>
            <a:r>
              <a:rPr lang="en-US" dirty="0"/>
              <a:t> </a:t>
            </a:r>
            <a:r>
              <a:rPr lang="en-US" dirty="0" err="1"/>
              <a:t>và</a:t>
            </a:r>
            <a:r>
              <a:rPr lang="en-US" dirty="0"/>
              <a:t> </a:t>
            </a:r>
            <a:r>
              <a:rPr lang="en-US" dirty="0" err="1"/>
              <a:t>nâng</a:t>
            </a:r>
            <a:r>
              <a:rPr lang="en-US" dirty="0"/>
              <a:t> </a:t>
            </a:r>
            <a:r>
              <a:rPr lang="en-US" dirty="0" err="1"/>
              <a:t>cao</a:t>
            </a:r>
            <a:r>
              <a:rPr lang="en-US" dirty="0"/>
              <a:t> </a:t>
            </a:r>
            <a:r>
              <a:rPr lang="en-US" dirty="0" err="1"/>
              <a:t>hiệu</a:t>
            </a:r>
            <a:r>
              <a:rPr lang="en-US" dirty="0"/>
              <a:t> </a:t>
            </a:r>
            <a:r>
              <a:rPr lang="en-US" dirty="0" err="1"/>
              <a:t>quả</a:t>
            </a:r>
            <a:r>
              <a:rPr lang="en-US" dirty="0"/>
              <a:t> </a:t>
            </a:r>
            <a:r>
              <a:rPr lang="en-US" dirty="0" err="1"/>
              <a:t>công</a:t>
            </a:r>
            <a:r>
              <a:rPr lang="en-US" dirty="0"/>
              <a:t> </a:t>
            </a:r>
            <a:r>
              <a:rPr lang="en-US" dirty="0" err="1"/>
              <a:t>việc</a:t>
            </a:r>
            <a:endParaRPr dirty="0"/>
          </a:p>
          <a:p>
            <a:pPr marL="0" marR="0" lvl="0" indent="0" algn="l" rtl="0">
              <a:lnSpc>
                <a:spcPct val="100000"/>
              </a:lnSpc>
              <a:spcBef>
                <a:spcPts val="0"/>
              </a:spcBef>
              <a:spcAft>
                <a:spcPts val="0"/>
              </a:spcAft>
              <a:buClr>
                <a:srgbClr val="000000"/>
              </a:buClr>
              <a:buSzPts val="1400"/>
              <a:buFont typeface="Arial"/>
              <a:buNone/>
            </a:pPr>
            <a:endParaRPr sz="1200" b="0" i="0" u="none" strike="noStrike" dirty="0">
              <a:solidFill>
                <a:schemeClr val="dk1"/>
              </a:solidFill>
              <a:latin typeface="Calibri"/>
              <a:ea typeface="Calibri"/>
              <a:cs typeface="Calibri"/>
              <a:sym typeface="Calibri"/>
            </a:endParaRPr>
          </a:p>
        </p:txBody>
      </p:sp>
      <p:sp>
        <p:nvSpPr>
          <p:cNvPr id="382" name="Google Shape;382;p10: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55522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1: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11: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Theo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Giao</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việc</a:t>
            </a:r>
            <a:r>
              <a:rPr lang="en-US" sz="1200" b="0" i="0" u="none" strike="noStrike" dirty="0">
                <a:solidFill>
                  <a:srgbClr val="FF0000"/>
                </a:solidFill>
                <a:latin typeface="Calibri"/>
                <a:ea typeface="Calibri"/>
                <a:cs typeface="Calibri"/>
                <a:sym typeface="Calibri"/>
              </a:rPr>
              <a:t>: CBCCVC </a:t>
            </a:r>
            <a:r>
              <a:rPr lang="en-US" sz="1200" b="0" i="0" u="none" strike="noStrike" dirty="0" err="1">
                <a:solidFill>
                  <a:srgbClr val="FF0000"/>
                </a:solidFill>
                <a:latin typeface="Calibri"/>
                <a:ea typeface="Calibri"/>
                <a:cs typeface="Calibri"/>
                <a:sym typeface="Calibri"/>
              </a:rPr>
              <a:t>thực</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hiện</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đăng</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ký</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kế</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hoạch</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công</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tác</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gửi</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đến</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lãnh</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đạo</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phê</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duyệt</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hoặc</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Lãnh</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đạo</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giao</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kế</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hoạch</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công</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việc</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theo</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tháng</a:t>
            </a:r>
            <a:r>
              <a:rPr lang="en-US" sz="1200" b="0" i="0" u="none" strike="noStrike" dirty="0">
                <a:solidFill>
                  <a:srgbClr val="FF0000"/>
                </a:solidFill>
                <a:latin typeface="Calibri"/>
                <a:ea typeface="Calibri"/>
                <a:cs typeface="Calibri"/>
                <a:sym typeface="Calibri"/>
              </a:rPr>
              <a:t>/</a:t>
            </a:r>
            <a:r>
              <a:rPr lang="en-US" sz="1200" b="0" i="0" u="none" strike="noStrike" dirty="0" err="1">
                <a:solidFill>
                  <a:srgbClr val="FF0000"/>
                </a:solidFill>
                <a:latin typeface="Calibri"/>
                <a:ea typeface="Calibri"/>
                <a:cs typeface="Calibri"/>
                <a:sym typeface="Calibri"/>
              </a:rPr>
              <a:t>quý</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từ</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danh</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mục</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sản</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phẩm</a:t>
            </a:r>
            <a:r>
              <a:rPr lang="en-US" sz="1200" b="0" i="0" u="none" strike="noStrike" dirty="0">
                <a:solidFill>
                  <a:srgbClr val="FF0000"/>
                </a:solidFill>
                <a:latin typeface="Calibri"/>
                <a:ea typeface="Calibri"/>
                <a:cs typeface="Calibri"/>
                <a:sym typeface="Calibri"/>
              </a:rPr>
              <a:t>/</a:t>
            </a:r>
            <a:r>
              <a:rPr lang="en-US" sz="1200" b="0" i="0" u="none" strike="noStrike" dirty="0" err="1">
                <a:solidFill>
                  <a:srgbClr val="FF0000"/>
                </a:solidFill>
                <a:latin typeface="Calibri"/>
                <a:ea typeface="Calibri"/>
                <a:cs typeface="Calibri"/>
                <a:sym typeface="Calibri"/>
              </a:rPr>
              <a:t>công</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việc</a:t>
            </a:r>
            <a:r>
              <a:rPr lang="en-US" sz="1200" b="0" i="0" u="none" strike="noStrike" dirty="0" smtClean="0">
                <a:solidFill>
                  <a:srgbClr val="FF0000"/>
                </a:solidFill>
                <a:latin typeface="Calibri"/>
                <a:ea typeface="Calibri"/>
                <a:cs typeface="Calibri"/>
                <a:sym typeface="Calibri"/>
              </a:rPr>
              <a:t>. </a:t>
            </a:r>
            <a:r>
              <a:rPr lang="en-US" sz="1200" b="0" i="0" u="none" strike="noStrike" dirty="0" err="1" smtClean="0">
                <a:solidFill>
                  <a:srgbClr val="FF0000"/>
                </a:solidFill>
                <a:latin typeface="Calibri"/>
                <a:ea typeface="Calibri"/>
                <a:cs typeface="Calibri"/>
                <a:sym typeface="Calibri"/>
              </a:rPr>
              <a:t>Đây</a:t>
            </a:r>
            <a:r>
              <a:rPr lang="en-US" sz="1200" b="0" i="0" u="none" strike="noStrike" dirty="0" smtClean="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là</a:t>
            </a:r>
            <a:r>
              <a:rPr lang="en-US" sz="1200" b="0" i="0" u="none" strike="noStrike" dirty="0">
                <a:solidFill>
                  <a:srgbClr val="FF0000"/>
                </a:solidFill>
                <a:latin typeface="Calibri"/>
                <a:ea typeface="Calibri"/>
                <a:cs typeface="Calibri"/>
                <a:sym typeface="Calibri"/>
              </a:rPr>
              <a:t> </a:t>
            </a:r>
            <a:r>
              <a:rPr lang="en-US" sz="1200" b="0" i="0" u="none" strike="noStrike" dirty="0" err="1" smtClean="0">
                <a:solidFill>
                  <a:srgbClr val="FF0000"/>
                </a:solidFill>
                <a:latin typeface="Calibri"/>
                <a:ea typeface="Calibri"/>
                <a:cs typeface="Calibri"/>
                <a:sym typeface="Calibri"/>
              </a:rPr>
              <a:t>trường</a:t>
            </a:r>
            <a:r>
              <a:rPr lang="en-US" sz="1200" b="0" i="0" u="none" strike="noStrike" dirty="0" smtClean="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hợp</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không</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đồng</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bộ</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từ</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hệ</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thống</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quản</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lý</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văn</a:t>
            </a:r>
            <a:r>
              <a:rPr lang="en-US" sz="1200" b="0" i="0" u="none" strike="noStrike" dirty="0">
                <a:solidFill>
                  <a:srgbClr val="FF0000"/>
                </a:solidFill>
                <a:latin typeface="Calibri"/>
                <a:ea typeface="Calibri"/>
                <a:cs typeface="Calibri"/>
                <a:sym typeface="Calibri"/>
              </a:rPr>
              <a:t> </a:t>
            </a:r>
            <a:r>
              <a:rPr lang="en-US" sz="1200" b="0" i="0" u="none" strike="noStrike" dirty="0" err="1">
                <a:solidFill>
                  <a:srgbClr val="FF0000"/>
                </a:solidFill>
                <a:latin typeface="Calibri"/>
                <a:ea typeface="Calibri"/>
                <a:cs typeface="Calibri"/>
                <a:sym typeface="Calibri"/>
              </a:rPr>
              <a:t>bản</a:t>
            </a:r>
            <a:endParaRPr dirty="0">
              <a:solidFill>
                <a:srgbClr val="FF0000"/>
              </a:solidFill>
            </a:endParaRPr>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Theo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cập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Cập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Có</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thể</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đồng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tiếp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tự</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tham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số</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chỉ</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tiêu</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đầu</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số</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quy</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đổi</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Đây</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là</a:t>
            </a:r>
            <a:r>
              <a:rPr lang="en-US" sz="1200" b="0" i="0" u="none" strike="noStrike" dirty="0">
                <a:solidFill>
                  <a:schemeClr val="dk1"/>
                </a:solidFill>
                <a:latin typeface="Calibri"/>
                <a:ea typeface="Calibri"/>
                <a:cs typeface="Calibri"/>
                <a:sym typeface="Calibri"/>
              </a:rPr>
              <a:t> </a:t>
            </a:r>
            <a:r>
              <a:rPr lang="en-US" sz="1200" b="0" i="0" u="none" strike="noStrike" dirty="0" err="1" smtClean="0">
                <a:solidFill>
                  <a:schemeClr val="dk1"/>
                </a:solidFill>
                <a:latin typeface="Calibri"/>
                <a:ea typeface="Calibri"/>
                <a:cs typeface="Calibri"/>
                <a:sym typeface="Calibri"/>
              </a:rPr>
              <a:t>trường</a:t>
            </a:r>
            <a:r>
              <a:rPr lang="en-US" sz="1200" b="0" i="0" u="none" strike="noStrike" dirty="0" smtClean="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hợp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không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đồng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Thì</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Cấp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cập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chấm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xác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CBCCVC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tháng</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quý</a:t>
            </a:r>
            <a:r>
              <a:rPr lang="en-US" sz="1200" b="0" i="0" u="none" strike="noStrike" dirty="0">
                <a:solidFill>
                  <a:schemeClr val="dk1"/>
                </a:solidFill>
                <a:latin typeface="Calibri"/>
                <a:ea typeface="Calibri"/>
                <a:cs typeface="Calibri"/>
                <a:sym typeface="Calibri"/>
              </a:rPr>
              <a:t>.</a:t>
            </a:r>
            <a:endParaRPr dirty="0"/>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Theo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phòng</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phòng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hành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đơn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vị</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được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giao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tới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đơn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vị</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bằng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thêm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mới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hoặc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đồng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giao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 CBCCVC </a:t>
            </a:r>
            <a:r>
              <a:rPr lang="en-US" sz="1200" b="0" i="0" u="none" strike="noStrike" dirty="0" err="1">
                <a:solidFill>
                  <a:schemeClr val="dk1"/>
                </a:solidFill>
                <a:latin typeface="Calibri"/>
                <a:ea typeface="Calibri"/>
                <a:cs typeface="Calibri"/>
                <a:sym typeface="Calibri"/>
              </a:rPr>
              <a:t>phụ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trách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tiến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gửi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lãnh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lãnh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chất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lượng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phê</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duyệt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tự</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endParaRPr dirty="0"/>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tự</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chỉ</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tiêu</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Số</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lượng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tiến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chất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lượng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Để</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đó</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đưa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ra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hợp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đơn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vị</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toàn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endParaRPr sz="1200" b="0" i="0" u="none" strike="noStrike"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p:txBody>
      </p:sp>
      <p:sp>
        <p:nvSpPr>
          <p:cNvPr id="391" name="Google Shape;391;p11: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04478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1: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11: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Theo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Giao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CBCCVC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đăng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hoạch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gửi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đến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lãnh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phê</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duyệt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hoặc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Lãnh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giao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hoạch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tháng</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quý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danh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mục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sản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phẩm</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việc.Đây</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trưởng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hợp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không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đồng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Theo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cập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Cập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Có</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thể</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đồng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tiếp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tự</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tham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số</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chỉ</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tiêu</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đầu</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số</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quy</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đổi</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Đây</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trưởng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hợp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không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đồng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Thì</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Cấp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cập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chấm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xác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nhận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CBCCVC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tháng</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quý</a:t>
            </a:r>
            <a:r>
              <a:rPr lang="en-US" sz="1200" b="0" i="0" u="none" strike="noStrike" dirty="0">
                <a:solidFill>
                  <a:schemeClr val="dk1"/>
                </a:solidFill>
                <a:latin typeface="Calibri"/>
                <a:ea typeface="Calibri"/>
                <a:cs typeface="Calibri"/>
                <a:sym typeface="Calibri"/>
              </a:rPr>
              <a:t>.</a:t>
            </a:r>
            <a:endParaRPr dirty="0"/>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Theo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phòng</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phòng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hành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đơn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vị</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dõi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được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giao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tới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đơn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vị</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bằng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thêm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mới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hoặc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đồng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giao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văn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bản</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 CBCCVC </a:t>
            </a:r>
            <a:r>
              <a:rPr lang="en-US" sz="1200" b="0" i="0" u="none" strike="noStrike" dirty="0" err="1">
                <a:solidFill>
                  <a:schemeClr val="dk1"/>
                </a:solidFill>
                <a:latin typeface="Calibri"/>
                <a:ea typeface="Calibri"/>
                <a:cs typeface="Calibri"/>
                <a:sym typeface="Calibri"/>
              </a:rPr>
              <a:t>phụ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trách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tiến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của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gửi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lãnh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a:t>
            </a:r>
            <a:endParaRPr dirty="0"/>
          </a:p>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chức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lý</a:t>
            </a:r>
            <a:r>
              <a:rPr lang="en-US" sz="1200" b="0" i="0" u="none" strike="noStrike" dirty="0">
                <a:solidFill>
                  <a:schemeClr val="dk1"/>
                </a:solidFill>
                <a:latin typeface="Calibri"/>
                <a:ea typeface="Calibri"/>
                <a:cs typeface="Calibri"/>
                <a:sym typeface="Calibri"/>
              </a:rPr>
              <a:t>/</a:t>
            </a:r>
            <a:r>
              <a:rPr lang="en-US" sz="1200" b="0" i="0" u="none" strike="noStrike" dirty="0" err="1">
                <a:solidFill>
                  <a:schemeClr val="dk1"/>
                </a:solidFill>
                <a:latin typeface="Calibri"/>
                <a:ea typeface="Calibri"/>
                <a:cs typeface="Calibri"/>
                <a:sym typeface="Calibri"/>
              </a:rPr>
              <a:t>lãnh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chất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lượng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và</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phê</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duyệt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tự</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trên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nhiệm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vụ</a:t>
            </a:r>
            <a:endParaRPr dirty="0"/>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tự</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Tính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điểm</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chỉ</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tiêu</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đánh</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giá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Số</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lượng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tiến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độ</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chất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lượng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Để</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đó</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đưa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ra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báo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tổng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hợp</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nhân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đơn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vị</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toàn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cơ</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quan</a:t>
            </a:r>
            <a:endParaRPr sz="1200" b="0" i="0" u="none" strike="noStrike"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p:txBody>
      </p:sp>
      <p:sp>
        <p:nvSpPr>
          <p:cNvPr id="391" name="Google Shape;391;p11: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44950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2: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12: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399" name="Google Shape;399;p12: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21807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3: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13: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a:solidFill>
                <a:schemeClr val="dk1"/>
              </a:solidFill>
              <a:latin typeface="Calibri"/>
              <a:ea typeface="Calibri"/>
              <a:cs typeface="Calibri"/>
              <a:sym typeface="Calibri"/>
            </a:endParaRPr>
          </a:p>
        </p:txBody>
      </p:sp>
      <p:sp>
        <p:nvSpPr>
          <p:cNvPr id="407" name="Google Shape;407;p13: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31560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4: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 name="Google Shape;414;p14: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b="1" dirty="0" err="1">
                <a:solidFill>
                  <a:srgbClr val="1E3063"/>
                </a:solidFill>
                <a:latin typeface="Open Sans"/>
                <a:ea typeface="Open Sans"/>
                <a:cs typeface="Open Sans"/>
                <a:sym typeface="Open Sans"/>
              </a:rPr>
              <a:t>Tích</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hợp</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Quản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lý</a:t>
            </a:r>
            <a:r>
              <a:rPr lang="en-US" sz="1200" b="1" dirty="0">
                <a:solidFill>
                  <a:srgbClr val="1E3063"/>
                </a:solidFill>
                <a:latin typeface="Open Sans"/>
                <a:ea typeface="Open Sans"/>
                <a:cs typeface="Open Sans"/>
                <a:sym typeface="Open Sans"/>
              </a:rPr>
              <a:t> CBCCVC: </a:t>
            </a:r>
            <a:r>
              <a:rPr lang="en-US" sz="1200" dirty="0" err="1">
                <a:solidFill>
                  <a:srgbClr val="1E3063"/>
                </a:solidFill>
                <a:latin typeface="Open Sans"/>
                <a:ea typeface="Open Sans"/>
                <a:cs typeface="Open Sans"/>
                <a:sym typeface="Open Sans"/>
              </a:rPr>
              <a:t>Đồng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danh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sách</a:t>
            </a:r>
            <a:r>
              <a:rPr lang="en-US" sz="1200" dirty="0">
                <a:solidFill>
                  <a:srgbClr val="1E3063"/>
                </a:solidFill>
                <a:latin typeface="Open Sans"/>
                <a:ea typeface="Open Sans"/>
                <a:cs typeface="Open Sans"/>
                <a:sym typeface="Open Sans"/>
              </a:rPr>
              <a:t> CBCCVC, 1 </a:t>
            </a:r>
            <a:r>
              <a:rPr lang="en-US" sz="1200" dirty="0" err="1">
                <a:solidFill>
                  <a:srgbClr val="1E3063"/>
                </a:solidFill>
                <a:latin typeface="Open Sans"/>
                <a:ea typeface="Open Sans"/>
                <a:cs typeface="Open Sans"/>
                <a:sym typeface="Open Sans"/>
              </a:rPr>
              <a:t>số</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Danh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mục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Loại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Ngạch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danh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vụ</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vị</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trí</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ĐỒng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cây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cấu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tổ</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đồng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thời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kết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nối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chiều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ngược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lại</a:t>
            </a:r>
            <a:r>
              <a:rPr lang="en-US" sz="1200"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là</a:t>
            </a:r>
            <a:r>
              <a:rPr lang="en-US" sz="1200" b="1" dirty="0">
                <a:solidFill>
                  <a:srgbClr val="1E3063"/>
                </a:solidFill>
                <a:latin typeface="Open Sans"/>
                <a:ea typeface="Open Sans"/>
                <a:cs typeface="Open Sans"/>
                <a:sym typeface="Open Sans"/>
              </a:rPr>
              <a:t> </a:t>
            </a:r>
            <a:r>
              <a:rPr lang="en-US" b="1" dirty="0" err="1"/>
              <a:t>kết</a:t>
            </a:r>
            <a:r>
              <a:rPr lang="en-US" b="1" dirty="0"/>
              <a:t> </a:t>
            </a:r>
            <a:r>
              <a:rPr lang="en-US" b="1" dirty="0" err="1"/>
              <a:t>quả</a:t>
            </a:r>
            <a:r>
              <a:rPr lang="en-US" b="1" dirty="0"/>
              <a:t> </a:t>
            </a:r>
            <a:r>
              <a:rPr lang="en-US" b="1" dirty="0" err="1"/>
              <a:t>đánh</a:t>
            </a:r>
            <a:r>
              <a:rPr lang="en-US" b="1" dirty="0"/>
              <a:t> </a:t>
            </a:r>
            <a:r>
              <a:rPr lang="en-US" b="1" dirty="0" err="1"/>
              <a:t>giá</a:t>
            </a:r>
            <a:r>
              <a:rPr lang="en-US" b="1" dirty="0"/>
              <a:t> </a:t>
            </a:r>
            <a:r>
              <a:rPr lang="en-US" b="1" dirty="0" err="1"/>
              <a:t>xếp</a:t>
            </a:r>
            <a:r>
              <a:rPr lang="en-US" b="1" dirty="0"/>
              <a:t> </a:t>
            </a:r>
            <a:r>
              <a:rPr lang="en-US" b="1" dirty="0" err="1"/>
              <a:t>loại</a:t>
            </a:r>
            <a:r>
              <a:rPr lang="en-US" b="1" dirty="0"/>
              <a:t> </a:t>
            </a:r>
            <a:r>
              <a:rPr lang="en-US" b="1" dirty="0" err="1"/>
              <a:t>của</a:t>
            </a:r>
            <a:r>
              <a:rPr lang="en-US" b="1" dirty="0"/>
              <a:t> CBCCVC </a:t>
            </a:r>
            <a:r>
              <a:rPr lang="en-US" b="1" dirty="0" err="1"/>
              <a:t>thì</a:t>
            </a:r>
            <a:r>
              <a:rPr lang="en-US" b="1" dirty="0"/>
              <a:t> </a:t>
            </a:r>
            <a:r>
              <a:rPr lang="en-US" b="1" dirty="0" err="1"/>
              <a:t>sẽ</a:t>
            </a:r>
            <a:r>
              <a:rPr lang="en-US" b="1" dirty="0"/>
              <a:t> </a:t>
            </a:r>
            <a:r>
              <a:rPr lang="en-US" b="1" dirty="0" err="1"/>
              <a:t>có</a:t>
            </a:r>
            <a:r>
              <a:rPr lang="en-US" b="1" dirty="0"/>
              <a:t> </a:t>
            </a:r>
            <a:r>
              <a:rPr lang="en-US" b="1" dirty="0" err="1"/>
              <a:t>thể</a:t>
            </a:r>
            <a:r>
              <a:rPr lang="en-US" b="1" dirty="0"/>
              <a:t> </a:t>
            </a:r>
            <a:r>
              <a:rPr lang="en-US" b="1" dirty="0" err="1"/>
              <a:t>đồng</a:t>
            </a:r>
            <a:r>
              <a:rPr lang="en-US" b="1" dirty="0"/>
              <a:t> </a:t>
            </a:r>
            <a:r>
              <a:rPr lang="en-US" b="1" dirty="0" err="1"/>
              <a:t>bộ</a:t>
            </a:r>
            <a:r>
              <a:rPr lang="en-US" b="1" dirty="0"/>
              <a:t> </a:t>
            </a:r>
            <a:r>
              <a:rPr lang="en-US" b="1" dirty="0" err="1"/>
              <a:t>ngược</a:t>
            </a:r>
            <a:r>
              <a:rPr lang="en-US" b="1" dirty="0"/>
              <a:t> </a:t>
            </a:r>
            <a:r>
              <a:rPr lang="en-US" b="1" dirty="0" err="1"/>
              <a:t>lại</a:t>
            </a:r>
            <a:r>
              <a:rPr lang="en-US" b="1" dirty="0"/>
              <a:t> </a:t>
            </a:r>
            <a:r>
              <a:rPr lang="en-US" b="1" dirty="0" err="1"/>
              <a:t>vào</a:t>
            </a:r>
            <a:r>
              <a:rPr lang="en-US" b="1" dirty="0"/>
              <a:t> </a:t>
            </a:r>
            <a:r>
              <a:rPr lang="en-US" b="1" dirty="0" err="1"/>
              <a:t>các</a:t>
            </a:r>
            <a:r>
              <a:rPr lang="en-US" b="1" dirty="0"/>
              <a:t> </a:t>
            </a:r>
            <a:r>
              <a:rPr lang="en-US" b="1" dirty="0" err="1"/>
              <a:t>hệ</a:t>
            </a:r>
            <a:r>
              <a:rPr lang="en-US" b="1" dirty="0"/>
              <a:t> </a:t>
            </a:r>
            <a:r>
              <a:rPr lang="en-US" b="1" dirty="0" err="1"/>
              <a:t>thống</a:t>
            </a:r>
            <a:r>
              <a:rPr lang="en-US" b="1" dirty="0"/>
              <a:t> </a:t>
            </a:r>
            <a:r>
              <a:rPr lang="en-US" b="1" dirty="0" err="1"/>
              <a:t>liên</a:t>
            </a:r>
            <a:r>
              <a:rPr lang="en-US" b="1" dirty="0"/>
              <a:t> </a:t>
            </a:r>
            <a:r>
              <a:rPr lang="en-US" b="1" dirty="0" err="1"/>
              <a:t>quan</a:t>
            </a:r>
            <a:r>
              <a:rPr lang="en-US" b="1" dirty="0"/>
              <a:t>: </a:t>
            </a:r>
            <a:r>
              <a:rPr lang="en-US" b="1" dirty="0" err="1"/>
              <a:t>Hệ</a:t>
            </a:r>
            <a:r>
              <a:rPr lang="en-US" b="1" dirty="0"/>
              <a:t> </a:t>
            </a:r>
            <a:r>
              <a:rPr lang="en-US" b="1" dirty="0" err="1"/>
              <a:t>thống</a:t>
            </a:r>
            <a:r>
              <a:rPr lang="en-US" b="1" dirty="0"/>
              <a:t> IOC </a:t>
            </a:r>
            <a:r>
              <a:rPr lang="en-US" b="1" dirty="0" err="1"/>
              <a:t>để</a:t>
            </a:r>
            <a:r>
              <a:rPr lang="en-US" b="1" dirty="0"/>
              <a:t> </a:t>
            </a:r>
            <a:r>
              <a:rPr lang="en-US" b="1" dirty="0" err="1"/>
              <a:t>đưa</a:t>
            </a:r>
            <a:r>
              <a:rPr lang="en-US" b="1" dirty="0"/>
              <a:t> </a:t>
            </a:r>
            <a:r>
              <a:rPr lang="en-US" b="1" dirty="0" err="1"/>
              <a:t>ra</a:t>
            </a:r>
            <a:r>
              <a:rPr lang="en-US" b="1" dirty="0"/>
              <a:t> </a:t>
            </a:r>
            <a:r>
              <a:rPr lang="en-US" b="1" dirty="0" err="1"/>
              <a:t>số</a:t>
            </a:r>
            <a:r>
              <a:rPr lang="en-US" b="1" dirty="0"/>
              <a:t> </a:t>
            </a:r>
            <a:r>
              <a:rPr lang="en-US" b="1" dirty="0" err="1"/>
              <a:t>liệu</a:t>
            </a:r>
            <a:r>
              <a:rPr lang="en-US" b="1" dirty="0"/>
              <a:t> </a:t>
            </a:r>
            <a:r>
              <a:rPr lang="en-US" b="1" dirty="0" err="1"/>
              <a:t>tổng</a:t>
            </a:r>
            <a:r>
              <a:rPr lang="en-US" b="1" dirty="0"/>
              <a:t> </a:t>
            </a:r>
            <a:r>
              <a:rPr lang="en-US" b="1" dirty="0" err="1"/>
              <a:t>hợp</a:t>
            </a:r>
            <a:r>
              <a:rPr lang="en-US" b="1" dirty="0"/>
              <a:t> ,</a:t>
            </a:r>
            <a:r>
              <a:rPr lang="en-US" b="1" dirty="0" err="1"/>
              <a:t>báo</a:t>
            </a:r>
            <a:r>
              <a:rPr lang="en-US" b="1" dirty="0"/>
              <a:t> </a:t>
            </a:r>
            <a:r>
              <a:rPr lang="en-US" b="1" dirty="0" err="1"/>
              <a:t>cáo</a:t>
            </a:r>
            <a:r>
              <a:rPr lang="en-US" b="1" dirty="0"/>
              <a:t>, </a:t>
            </a:r>
            <a:r>
              <a:rPr lang="en-US" b="1" dirty="0" err="1"/>
              <a:t>thống</a:t>
            </a:r>
            <a:r>
              <a:rPr lang="en-US" b="1" dirty="0"/>
              <a:t> </a:t>
            </a:r>
            <a:r>
              <a:rPr lang="en-US" b="1" dirty="0" err="1"/>
              <a:t>kê</a:t>
            </a:r>
            <a:r>
              <a:rPr lang="en-US" b="1" dirty="0"/>
              <a:t> </a:t>
            </a:r>
            <a:r>
              <a:rPr lang="en-US" b="1" dirty="0" err="1"/>
              <a:t>chung</a:t>
            </a:r>
            <a:r>
              <a:rPr lang="en-US" b="1" dirty="0"/>
              <a:t> </a:t>
            </a:r>
            <a:r>
              <a:rPr lang="en-US" b="1" dirty="0" err="1"/>
              <a:t>hoặc</a:t>
            </a:r>
            <a:r>
              <a:rPr lang="en-US" b="1" dirty="0"/>
              <a:t> </a:t>
            </a:r>
            <a:r>
              <a:rPr lang="en-US" b="1" dirty="0" err="1"/>
              <a:t>hệ</a:t>
            </a:r>
            <a:r>
              <a:rPr lang="en-US" b="1" dirty="0"/>
              <a:t> </a:t>
            </a:r>
            <a:r>
              <a:rPr lang="en-US" b="1" dirty="0" err="1"/>
              <a:t>thống</a:t>
            </a:r>
            <a:r>
              <a:rPr lang="en-US" b="1" dirty="0"/>
              <a:t> </a:t>
            </a:r>
            <a:r>
              <a:rPr lang="en-US" b="1" dirty="0" err="1"/>
              <a:t>quản</a:t>
            </a:r>
            <a:r>
              <a:rPr lang="en-US" b="1" dirty="0"/>
              <a:t> </a:t>
            </a:r>
            <a:r>
              <a:rPr lang="en-US" b="1" dirty="0" err="1"/>
              <a:t>lý</a:t>
            </a:r>
            <a:r>
              <a:rPr lang="en-US" b="1" dirty="0"/>
              <a:t> CBCCVC </a:t>
            </a:r>
            <a:r>
              <a:rPr lang="en-US" b="1" dirty="0" err="1"/>
              <a:t>để</a:t>
            </a:r>
            <a:r>
              <a:rPr lang="en-US" b="1" dirty="0"/>
              <a:t> </a:t>
            </a:r>
            <a:r>
              <a:rPr lang="en-US" b="1" dirty="0" err="1"/>
              <a:t>đưa</a:t>
            </a:r>
            <a:r>
              <a:rPr lang="en-US" b="1" dirty="0"/>
              <a:t> </a:t>
            </a:r>
            <a:r>
              <a:rPr lang="en-US" b="1" dirty="0" err="1"/>
              <a:t>vào</a:t>
            </a:r>
            <a:r>
              <a:rPr lang="en-US" b="1" dirty="0"/>
              <a:t> </a:t>
            </a:r>
            <a:r>
              <a:rPr lang="en-US" b="1" dirty="0" err="1"/>
              <a:t>hồ</a:t>
            </a:r>
            <a:r>
              <a:rPr lang="en-US" b="1" dirty="0"/>
              <a:t> </a:t>
            </a:r>
            <a:r>
              <a:rPr lang="en-US" b="1" dirty="0" err="1"/>
              <a:t>sơ</a:t>
            </a:r>
            <a:r>
              <a:rPr lang="en-US" b="1" dirty="0"/>
              <a:t> CBCCVC </a:t>
            </a:r>
            <a:r>
              <a:rPr lang="en-US" b="1" dirty="0" err="1"/>
              <a:t>từ</a:t>
            </a:r>
            <a:r>
              <a:rPr lang="en-US" b="1" dirty="0"/>
              <a:t> </a:t>
            </a:r>
            <a:r>
              <a:rPr lang="en-US" b="1" dirty="0" err="1"/>
              <a:t>đó</a:t>
            </a:r>
            <a:r>
              <a:rPr lang="en-US" b="1" dirty="0"/>
              <a:t> </a:t>
            </a:r>
            <a:r>
              <a:rPr lang="en-US" b="1" dirty="0" err="1"/>
              <a:t>làm</a:t>
            </a:r>
            <a:r>
              <a:rPr lang="en-US" b="1" dirty="0"/>
              <a:t> </a:t>
            </a:r>
            <a:r>
              <a:rPr lang="en-US" b="1" dirty="0" err="1"/>
              <a:t>đầu</a:t>
            </a:r>
            <a:r>
              <a:rPr lang="en-US" b="1" dirty="0"/>
              <a:t> </a:t>
            </a:r>
            <a:r>
              <a:rPr lang="en-US" b="1" dirty="0" err="1"/>
              <a:t>vào</a:t>
            </a:r>
            <a:r>
              <a:rPr lang="en-US" b="1" dirty="0"/>
              <a:t> </a:t>
            </a:r>
            <a:r>
              <a:rPr lang="en-US" b="1" dirty="0" err="1"/>
              <a:t>cho</a:t>
            </a:r>
            <a:r>
              <a:rPr lang="en-US" b="1" dirty="0"/>
              <a:t> </a:t>
            </a:r>
            <a:r>
              <a:rPr lang="en-US" b="1" dirty="0" err="1"/>
              <a:t>các</a:t>
            </a:r>
            <a:r>
              <a:rPr lang="en-US" b="1" dirty="0"/>
              <a:t> </a:t>
            </a:r>
            <a:r>
              <a:rPr lang="en-US" b="1" dirty="0" err="1"/>
              <a:t>quy</a:t>
            </a:r>
            <a:r>
              <a:rPr lang="en-US" b="1" dirty="0"/>
              <a:t> </a:t>
            </a:r>
            <a:r>
              <a:rPr lang="en-US" b="1" dirty="0" err="1"/>
              <a:t>trình</a:t>
            </a:r>
            <a:r>
              <a:rPr lang="en-US" b="1" dirty="0"/>
              <a:t> </a:t>
            </a:r>
            <a:r>
              <a:rPr lang="en-US" b="1" dirty="0" err="1"/>
              <a:t>nâng</a:t>
            </a:r>
            <a:r>
              <a:rPr lang="en-US" b="1" dirty="0"/>
              <a:t> </a:t>
            </a:r>
            <a:r>
              <a:rPr lang="en-US" b="1" dirty="0" err="1"/>
              <a:t>lương</a:t>
            </a:r>
            <a:r>
              <a:rPr lang="en-US" b="1" dirty="0"/>
              <a:t>, </a:t>
            </a:r>
            <a:r>
              <a:rPr lang="en-US" b="1" dirty="0" err="1"/>
              <a:t>khen</a:t>
            </a:r>
            <a:r>
              <a:rPr lang="en-US" b="1" dirty="0"/>
              <a:t> </a:t>
            </a:r>
            <a:r>
              <a:rPr lang="en-US" b="1" dirty="0" err="1"/>
              <a:t>thưởng</a:t>
            </a:r>
            <a:r>
              <a:rPr lang="en-US" b="1" dirty="0"/>
              <a:t> </a:t>
            </a:r>
            <a:r>
              <a:rPr lang="en-US" b="1" dirty="0" err="1"/>
              <a:t>hoặc</a:t>
            </a:r>
            <a:r>
              <a:rPr lang="en-US" b="1" dirty="0"/>
              <a:t> </a:t>
            </a:r>
            <a:r>
              <a:rPr lang="en-US" b="1" dirty="0" err="1"/>
              <a:t>bổ</a:t>
            </a:r>
            <a:r>
              <a:rPr lang="en-US" b="1" dirty="0"/>
              <a:t> </a:t>
            </a:r>
            <a:r>
              <a:rPr lang="en-US" b="1" dirty="0" err="1"/>
              <a:t>nhiệm</a:t>
            </a:r>
            <a:r>
              <a:rPr lang="en-US" b="1" dirty="0"/>
              <a:t> </a:t>
            </a:r>
            <a:r>
              <a:rPr lang="en-US" b="1" dirty="0" err="1"/>
              <a:t>và</a:t>
            </a:r>
            <a:r>
              <a:rPr lang="en-US" b="1" dirty="0"/>
              <a:t> </a:t>
            </a:r>
            <a:r>
              <a:rPr lang="en-US" b="1" dirty="0" err="1"/>
              <a:t>đồng</a:t>
            </a:r>
            <a:r>
              <a:rPr lang="en-US" b="1" dirty="0"/>
              <a:t> </a:t>
            </a:r>
            <a:r>
              <a:rPr lang="en-US" b="1" dirty="0" err="1"/>
              <a:t>thời</a:t>
            </a:r>
            <a:r>
              <a:rPr lang="en-US" b="1" dirty="0"/>
              <a:t> </a:t>
            </a:r>
            <a:r>
              <a:rPr lang="en-US" b="1" dirty="0" err="1"/>
              <a:t>xuất</a:t>
            </a:r>
            <a:r>
              <a:rPr lang="en-US" b="1" dirty="0"/>
              <a:t> </a:t>
            </a:r>
            <a:r>
              <a:rPr lang="en-US" b="1" dirty="0" err="1"/>
              <a:t>các</a:t>
            </a:r>
            <a:r>
              <a:rPr lang="en-US" b="1" dirty="0"/>
              <a:t> </a:t>
            </a:r>
            <a:r>
              <a:rPr lang="en-US" b="1" dirty="0" err="1"/>
              <a:t>biểu</a:t>
            </a:r>
            <a:r>
              <a:rPr lang="en-US" b="1" dirty="0"/>
              <a:t> </a:t>
            </a:r>
            <a:r>
              <a:rPr lang="en-US" b="1" dirty="0" err="1"/>
              <a:t>mẫu</a:t>
            </a:r>
            <a:r>
              <a:rPr lang="en-US" b="1" dirty="0"/>
              <a:t> SYLL </a:t>
            </a:r>
            <a:r>
              <a:rPr lang="en-US" b="1" dirty="0" err="1"/>
              <a:t>thì</a:t>
            </a:r>
            <a:r>
              <a:rPr lang="en-US" b="1" dirty="0"/>
              <a:t> </a:t>
            </a:r>
            <a:r>
              <a:rPr lang="en-US" b="1" dirty="0" err="1"/>
              <a:t>chính</a:t>
            </a:r>
            <a:r>
              <a:rPr lang="en-US" b="1" dirty="0"/>
              <a:t> </a:t>
            </a:r>
            <a:r>
              <a:rPr lang="en-US" b="1" dirty="0" err="1"/>
              <a:t>là</a:t>
            </a:r>
            <a:r>
              <a:rPr lang="en-US" b="1" dirty="0"/>
              <a:t> </a:t>
            </a:r>
            <a:r>
              <a:rPr lang="en-US" b="1" dirty="0" err="1"/>
              <a:t>thông</a:t>
            </a:r>
            <a:r>
              <a:rPr lang="en-US" b="1" dirty="0"/>
              <a:t> tin </a:t>
            </a:r>
            <a:r>
              <a:rPr lang="en-US" b="1" dirty="0" err="1"/>
              <a:t>đánh</a:t>
            </a:r>
            <a:r>
              <a:rPr lang="en-US" b="1" dirty="0"/>
              <a:t> </a:t>
            </a:r>
            <a:r>
              <a:rPr lang="en-US" b="1" dirty="0" err="1"/>
              <a:t>giá</a:t>
            </a:r>
            <a:r>
              <a:rPr lang="en-US" b="1" dirty="0"/>
              <a:t> </a:t>
            </a:r>
            <a:r>
              <a:rPr lang="en-US" b="1" dirty="0" err="1"/>
              <a:t>hằng</a:t>
            </a:r>
            <a:r>
              <a:rPr lang="en-US" b="1" dirty="0"/>
              <a:t> </a:t>
            </a:r>
            <a:r>
              <a:rPr lang="en-US" b="1" dirty="0" err="1"/>
              <a:t>năm</a:t>
            </a:r>
            <a:r>
              <a:rPr lang="en-US" b="1" dirty="0"/>
              <a:t> </a:t>
            </a:r>
            <a:r>
              <a:rPr lang="en-US" b="1" dirty="0" err="1"/>
              <a:t>trong</a:t>
            </a:r>
            <a:r>
              <a:rPr lang="en-US" b="1" dirty="0"/>
              <a:t> SYLL.</a:t>
            </a:r>
            <a:endParaRPr dirty="0"/>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200" b="1" dirty="0" err="1">
                <a:solidFill>
                  <a:srgbClr val="1E3063"/>
                </a:solidFill>
                <a:latin typeface="Open Sans"/>
                <a:ea typeface="Open Sans"/>
                <a:cs typeface="Open Sans"/>
                <a:sym typeface="Open Sans"/>
              </a:rPr>
              <a:t>Kết</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nối</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Quản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lý</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văn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bản</a:t>
            </a:r>
            <a:r>
              <a:rPr lang="en-US" sz="1200" b="1" dirty="0">
                <a:solidFill>
                  <a:srgbClr val="1E3063"/>
                </a:solidFill>
                <a:latin typeface="Open Sans"/>
                <a:ea typeface="Open Sans"/>
                <a:cs typeface="Open Sans"/>
                <a:sym typeface="Open Sans"/>
              </a:rPr>
              <a:t>/</a:t>
            </a:r>
            <a:r>
              <a:rPr lang="en-US" sz="1200" b="1" dirty="0" err="1">
                <a:solidFill>
                  <a:srgbClr val="1E3063"/>
                </a:solidFill>
                <a:latin typeface="Open Sans"/>
                <a:ea typeface="Open Sans"/>
                <a:cs typeface="Open Sans"/>
                <a:sym typeface="Open Sans"/>
              </a:rPr>
              <a:t>Hệ</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thống</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giải</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quyết</a:t>
            </a:r>
            <a:r>
              <a:rPr lang="en-US" sz="1200" b="1" dirty="0">
                <a:solidFill>
                  <a:srgbClr val="1E3063"/>
                </a:solidFill>
                <a:latin typeface="Open Sans"/>
                <a:ea typeface="Open Sans"/>
                <a:cs typeface="Open Sans"/>
                <a:sym typeface="Open Sans"/>
              </a:rPr>
              <a:t> TTHC:  </a:t>
            </a:r>
            <a:r>
              <a:rPr lang="en-US" sz="1200" b="1" dirty="0" err="1">
                <a:solidFill>
                  <a:srgbClr val="1E3063"/>
                </a:solidFill>
                <a:latin typeface="Open Sans"/>
                <a:ea typeface="Open Sans"/>
                <a:cs typeface="Open Sans"/>
                <a:sym typeface="Open Sans"/>
              </a:rPr>
              <a:t>chính</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là</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đầu</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vào</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cho</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phần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phân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hệ</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quản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lý</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công</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việc</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của</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cá</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nhân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và</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của</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cơ</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quan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tổ</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chức</a:t>
            </a:r>
            <a:r>
              <a:rPr lang="en-US" sz="1200" b="1"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Tự</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động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lấy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dữ</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liệu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nhiệm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vụ</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công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việc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được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giao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từ</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hệ</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thống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văn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phòng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tử</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lý</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văn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bản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giảm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thiểu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kê</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khai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thủ</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công</a:t>
            </a:r>
            <a:r>
              <a:rPr lang="en-US" sz="1200" dirty="0">
                <a:solidFill>
                  <a:srgbClr val="1E3063"/>
                </a:solidFill>
                <a:latin typeface="Open Sans"/>
                <a:ea typeface="Open Sans"/>
                <a:cs typeface="Open Sans"/>
                <a:sym typeface="Open Sans"/>
              </a:rPr>
              <a:t>.</a:t>
            </a:r>
            <a:endParaRPr sz="1200" b="1" dirty="0">
              <a:latin typeface="Open Sans"/>
              <a:ea typeface="Open Sans"/>
              <a:cs typeface="Open Sans"/>
              <a:sym typeface="Open Sans"/>
            </a:endParaRPr>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200" b="0" i="0" u="none" strike="noStrike" dirty="0" err="1">
                <a:solidFill>
                  <a:schemeClr val="dk1"/>
                </a:solidFill>
                <a:latin typeface="Calibri"/>
                <a:ea typeface="Calibri"/>
                <a:cs typeface="Calibri"/>
                <a:sym typeface="Calibri"/>
              </a:rPr>
              <a:t>Ngoài</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ra</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hệ</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thống</a:t>
            </a:r>
            <a:r>
              <a:rPr lang="en-US" sz="1200" b="0" i="0" u="none" strike="noStrike" dirty="0">
                <a:solidFill>
                  <a:schemeClr val="dk1"/>
                </a:solidFill>
                <a:latin typeface="Calibri"/>
                <a:ea typeface="Calibri"/>
                <a:cs typeface="Calibri"/>
                <a:sym typeface="Calibri"/>
              </a:rPr>
              <a:t> </a:t>
            </a:r>
            <a:r>
              <a:rPr lang="en-US" sz="1200" b="1" dirty="0" err="1">
                <a:solidFill>
                  <a:srgbClr val="1E3063"/>
                </a:solidFill>
                <a:latin typeface="Open Sans"/>
                <a:ea typeface="Open Sans"/>
                <a:cs typeface="Open Sans"/>
                <a:sym typeface="Open Sans"/>
              </a:rPr>
              <a:t>Kết</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nối</a:t>
            </a:r>
            <a:r>
              <a:rPr lang="en-US" sz="1200" b="1" dirty="0">
                <a:solidFill>
                  <a:srgbClr val="1E3063"/>
                </a:solidFill>
                <a:latin typeface="Open Sans"/>
                <a:ea typeface="Open Sans"/>
                <a:cs typeface="Open Sans"/>
                <a:sym typeface="Open Sans"/>
              </a:rPr>
              <a:t> API </a:t>
            </a:r>
            <a:r>
              <a:rPr lang="en-US" sz="1200" b="1" dirty="0" err="1">
                <a:solidFill>
                  <a:srgbClr val="1E3063"/>
                </a:solidFill>
                <a:latin typeface="Open Sans"/>
                <a:ea typeface="Open Sans"/>
                <a:cs typeface="Open Sans"/>
                <a:sym typeface="Open Sans"/>
              </a:rPr>
              <a:t>chuẩn</a:t>
            </a:r>
            <a:r>
              <a:rPr lang="en-US" sz="1200" b="1" dirty="0">
                <a:solidFill>
                  <a:srgbClr val="1E3063"/>
                </a:solidFill>
                <a:latin typeface="Open Sans"/>
                <a:ea typeface="Open Sans"/>
                <a:cs typeface="Open Sans"/>
                <a:sym typeface="Open Sans"/>
              </a:rPr>
              <a:t> </a:t>
            </a:r>
            <a:r>
              <a:rPr lang="en-US" sz="1200" b="1" dirty="0" err="1">
                <a:solidFill>
                  <a:srgbClr val="1E3063"/>
                </a:solidFill>
                <a:latin typeface="Open Sans"/>
                <a:ea typeface="Open Sans"/>
                <a:cs typeface="Open Sans"/>
                <a:sym typeface="Open Sans"/>
              </a:rPr>
              <a:t>mở</a:t>
            </a:r>
            <a:r>
              <a:rPr lang="en-US" sz="1200" b="1"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Hỗ</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trợ</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kết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nối</a:t>
            </a:r>
            <a:r>
              <a:rPr lang="en-US" sz="1200" dirty="0">
                <a:solidFill>
                  <a:srgbClr val="1E3063"/>
                </a:solidFill>
                <a:latin typeface="Open Sans"/>
                <a:ea typeface="Open Sans"/>
                <a:cs typeface="Open Sans"/>
                <a:sym typeface="Open Sans"/>
              </a:rPr>
              <a:t> API </a:t>
            </a:r>
            <a:r>
              <a:rPr lang="en-US" sz="1200" dirty="0" err="1">
                <a:solidFill>
                  <a:srgbClr val="1E3063"/>
                </a:solidFill>
                <a:latin typeface="Open Sans"/>
                <a:ea typeface="Open Sans"/>
                <a:cs typeface="Open Sans"/>
                <a:sym typeface="Open Sans"/>
              </a:rPr>
              <a:t>với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nền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tảng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ngành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địa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phương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đảm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bảo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khả</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năng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mở</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rộng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linh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hoạt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không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ảnh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hưởng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đến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vận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hành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hệ</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thống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có</a:t>
            </a:r>
            <a:r>
              <a:rPr lang="en-US" sz="1200" dirty="0">
                <a:solidFill>
                  <a:srgbClr val="1E3063"/>
                </a:solidFill>
                <a:latin typeface="Open Sans"/>
                <a:ea typeface="Open Sans"/>
                <a:cs typeface="Open Sans"/>
                <a:sym typeface="Open Sans"/>
              </a:rPr>
              <a:t>.</a:t>
            </a:r>
            <a:endParaRPr dirty="0"/>
          </a:p>
          <a:p>
            <a:pPr marL="0" marR="0" lvl="0" indent="0" algn="l" rtl="0">
              <a:lnSpc>
                <a:spcPct val="100000"/>
              </a:lnSpc>
              <a:spcBef>
                <a:spcPts val="0"/>
              </a:spcBef>
              <a:spcAft>
                <a:spcPts val="0"/>
              </a:spcAft>
              <a:buClr>
                <a:srgbClr val="000000"/>
              </a:buClr>
              <a:buSzPts val="1400"/>
              <a:buFont typeface="Arial"/>
              <a:buNone/>
            </a:pPr>
            <a:endParaRPr sz="1200" b="1" dirty="0">
              <a:solidFill>
                <a:srgbClr val="1E306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US" dirty="0" err="1"/>
              <a:t>Từ</a:t>
            </a:r>
            <a:r>
              <a:rPr lang="en-US" dirty="0"/>
              <a:t> </a:t>
            </a:r>
            <a:r>
              <a:rPr lang="en-US" dirty="0" err="1"/>
              <a:t>đó</a:t>
            </a:r>
            <a:r>
              <a:rPr lang="en-US" dirty="0"/>
              <a:t> </a:t>
            </a:r>
            <a:r>
              <a:rPr lang="en-US" dirty="0" err="1"/>
              <a:t>giúp</a:t>
            </a:r>
            <a:r>
              <a:rPr lang="en-US" dirty="0"/>
              <a:t> </a:t>
            </a:r>
            <a:r>
              <a:rPr lang="en-US" dirty="0" err="1"/>
              <a:t>thống</a:t>
            </a:r>
            <a:r>
              <a:rPr lang="en-US" dirty="0"/>
              <a:t> </a:t>
            </a:r>
            <a:r>
              <a:rPr lang="en-US" dirty="0" err="1"/>
              <a:t>nhất</a:t>
            </a:r>
            <a:r>
              <a:rPr lang="en-US" dirty="0"/>
              <a:t>, </a:t>
            </a:r>
            <a:r>
              <a:rPr lang="en-US" dirty="0" err="1"/>
              <a:t>đồng</a:t>
            </a:r>
            <a:r>
              <a:rPr lang="en-US" dirty="0"/>
              <a:t> </a:t>
            </a:r>
            <a:r>
              <a:rPr lang="en-US" dirty="0" err="1"/>
              <a:t>bộ</a:t>
            </a:r>
            <a:r>
              <a:rPr lang="en-US" dirty="0"/>
              <a:t> </a:t>
            </a:r>
            <a:r>
              <a:rPr lang="en-US" dirty="0" err="1"/>
              <a:t>dữ</a:t>
            </a:r>
            <a:r>
              <a:rPr lang="en-US" dirty="0"/>
              <a:t> </a:t>
            </a:r>
            <a:r>
              <a:rPr lang="en-US" dirty="0" err="1"/>
              <a:t>liệu</a:t>
            </a:r>
            <a:r>
              <a:rPr lang="en-US" dirty="0"/>
              <a:t> </a:t>
            </a:r>
            <a:r>
              <a:rPr lang="en-US" dirty="0" err="1"/>
              <a:t>giữa</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đảm</a:t>
            </a:r>
            <a:r>
              <a:rPr lang="en-US" dirty="0"/>
              <a:t> </a:t>
            </a:r>
            <a:r>
              <a:rPr lang="en-US" dirty="0" err="1"/>
              <a:t>bảo</a:t>
            </a:r>
            <a:r>
              <a:rPr lang="en-US" dirty="0"/>
              <a:t> </a:t>
            </a:r>
            <a:r>
              <a:rPr lang="en-US" dirty="0" err="1"/>
              <a:t>dữ</a:t>
            </a:r>
            <a:r>
              <a:rPr lang="en-US" dirty="0"/>
              <a:t> </a:t>
            </a:r>
            <a:r>
              <a:rPr lang="en-US" dirty="0" err="1"/>
              <a:t>liệu</a:t>
            </a:r>
            <a:r>
              <a:rPr lang="en-US" dirty="0"/>
              <a:t> </a:t>
            </a:r>
            <a:r>
              <a:rPr lang="en-US" dirty="0" err="1"/>
              <a:t>được</a:t>
            </a:r>
            <a:r>
              <a:rPr lang="en-US" dirty="0"/>
              <a:t> </a:t>
            </a:r>
            <a:r>
              <a:rPr lang="en-US" dirty="0" err="1"/>
              <a:t>cập</a:t>
            </a:r>
            <a:r>
              <a:rPr lang="en-US" dirty="0"/>
              <a:t> </a:t>
            </a:r>
            <a:r>
              <a:rPr lang="en-US" dirty="0" err="1"/>
              <a:t>nhật</a:t>
            </a:r>
            <a:r>
              <a:rPr lang="en-US" dirty="0"/>
              <a:t> </a:t>
            </a:r>
            <a:r>
              <a:rPr lang="en-US" dirty="0" err="1"/>
              <a:t>thông</a:t>
            </a:r>
            <a:r>
              <a:rPr lang="en-US" dirty="0"/>
              <a:t> </a:t>
            </a:r>
            <a:r>
              <a:rPr lang="en-US" dirty="0" err="1"/>
              <a:t>suốt</a:t>
            </a:r>
            <a:r>
              <a:rPr lang="en-US" dirty="0"/>
              <a:t> </a:t>
            </a:r>
            <a:r>
              <a:rPr lang="en-US" dirty="0" err="1"/>
              <a:t>và</a:t>
            </a:r>
            <a:r>
              <a:rPr lang="en-US" dirty="0"/>
              <a:t> </a:t>
            </a:r>
            <a:r>
              <a:rPr lang="en-US" dirty="0" err="1"/>
              <a:t>nhất</a:t>
            </a:r>
            <a:r>
              <a:rPr lang="en-US" dirty="0"/>
              <a:t> </a:t>
            </a:r>
            <a:r>
              <a:rPr lang="en-US" dirty="0" err="1"/>
              <a:t>quán</a:t>
            </a:r>
            <a:r>
              <a:rPr lang="en-US" dirty="0"/>
              <a:t> </a:t>
            </a:r>
            <a:r>
              <a:rPr lang="en-US" dirty="0" err="1"/>
              <a:t>trên</a:t>
            </a:r>
            <a:r>
              <a:rPr lang="en-US" dirty="0"/>
              <a:t> </a:t>
            </a:r>
            <a:r>
              <a:rPr lang="en-US" dirty="0" err="1"/>
              <a:t>toàn</a:t>
            </a:r>
            <a:r>
              <a:rPr lang="en-US" dirty="0"/>
              <a:t> </a:t>
            </a:r>
            <a:r>
              <a:rPr lang="en-US" dirty="0" err="1"/>
              <a:t>bộ</a:t>
            </a:r>
            <a:r>
              <a:rPr lang="en-US" dirty="0"/>
              <a:t> </a:t>
            </a:r>
            <a:r>
              <a:rPr lang="en-US" dirty="0" err="1"/>
              <a:t>nền</a:t>
            </a:r>
            <a:r>
              <a:rPr lang="en-US" dirty="0"/>
              <a:t> </a:t>
            </a:r>
            <a:r>
              <a:rPr lang="en-US" dirty="0" err="1"/>
              <a:t>tảng</a:t>
            </a:r>
            <a:r>
              <a:rPr lang="en-US" dirty="0"/>
              <a:t>.</a:t>
            </a:r>
            <a:br>
              <a:rPr lang="en-US" dirty="0"/>
            </a:br>
            <a:r>
              <a:rPr lang="en-US" dirty="0" err="1"/>
              <a:t>Đồng</a:t>
            </a:r>
            <a:r>
              <a:rPr lang="en-US" dirty="0"/>
              <a:t> </a:t>
            </a:r>
            <a:r>
              <a:rPr lang="en-US" dirty="0" err="1"/>
              <a:t>thời</a:t>
            </a:r>
            <a:r>
              <a:rPr lang="en-US" dirty="0"/>
              <a:t> </a:t>
            </a:r>
            <a:r>
              <a:rPr lang="en-US" dirty="0" err="1"/>
              <a:t>nâng</a:t>
            </a:r>
            <a:r>
              <a:rPr lang="en-US" dirty="0"/>
              <a:t> </a:t>
            </a:r>
            <a:r>
              <a:rPr lang="en-US" dirty="0" err="1"/>
              <a:t>cao</a:t>
            </a:r>
            <a:r>
              <a:rPr lang="en-US" dirty="0"/>
              <a:t> </a:t>
            </a:r>
            <a:r>
              <a:rPr lang="en-US" dirty="0" err="1"/>
              <a:t>độ</a:t>
            </a:r>
            <a:r>
              <a:rPr lang="en-US" dirty="0"/>
              <a:t> </a:t>
            </a:r>
            <a:r>
              <a:rPr lang="en-US" dirty="0" err="1"/>
              <a:t>chính</a:t>
            </a:r>
            <a:r>
              <a:rPr lang="en-US" dirty="0"/>
              <a:t> </a:t>
            </a:r>
            <a:r>
              <a:rPr lang="en-US" dirty="0" err="1"/>
              <a:t>xác</a:t>
            </a:r>
            <a:r>
              <a:rPr lang="en-US" dirty="0"/>
              <a:t>, </a:t>
            </a:r>
            <a:r>
              <a:rPr lang="en-US" dirty="0" err="1"/>
              <a:t>giảm</a:t>
            </a:r>
            <a:r>
              <a:rPr lang="en-US" dirty="0"/>
              <a:t> </a:t>
            </a:r>
            <a:r>
              <a:rPr lang="en-US" dirty="0" err="1"/>
              <a:t>thiểu</a:t>
            </a:r>
            <a:r>
              <a:rPr lang="en-US" dirty="0"/>
              <a:t> </a:t>
            </a:r>
            <a:r>
              <a:rPr lang="en-US" dirty="0" err="1"/>
              <a:t>sai</a:t>
            </a:r>
            <a:r>
              <a:rPr lang="en-US" dirty="0"/>
              <a:t> </a:t>
            </a:r>
            <a:r>
              <a:rPr lang="en-US" dirty="0" err="1"/>
              <a:t>lệch</a:t>
            </a:r>
            <a:r>
              <a:rPr lang="en-US" dirty="0"/>
              <a:t> do </a:t>
            </a:r>
            <a:r>
              <a:rPr lang="en-US" dirty="0" err="1"/>
              <a:t>nhập</a:t>
            </a:r>
            <a:r>
              <a:rPr lang="en-US" dirty="0"/>
              <a:t> </a:t>
            </a:r>
            <a:r>
              <a:rPr lang="en-US" dirty="0" err="1"/>
              <a:t>liệu</a:t>
            </a:r>
            <a:r>
              <a:rPr lang="en-US" dirty="0"/>
              <a:t> </a:t>
            </a:r>
            <a:r>
              <a:rPr lang="en-US" dirty="0" err="1"/>
              <a:t>thủ</a:t>
            </a:r>
            <a:r>
              <a:rPr lang="en-US" dirty="0"/>
              <a:t> </a:t>
            </a:r>
            <a:r>
              <a:rPr lang="en-US" dirty="0" err="1"/>
              <a:t>công</a:t>
            </a:r>
            <a:r>
              <a:rPr lang="en-US" dirty="0"/>
              <a:t> </a:t>
            </a:r>
            <a:r>
              <a:rPr lang="en-US" dirty="0" err="1"/>
              <a:t>và</a:t>
            </a:r>
            <a:r>
              <a:rPr lang="en-US" dirty="0"/>
              <a:t> </a:t>
            </a:r>
            <a:r>
              <a:rPr lang="en-US" dirty="0" err="1"/>
              <a:t>tăng</a:t>
            </a:r>
            <a:r>
              <a:rPr lang="en-US" dirty="0"/>
              <a:t> </a:t>
            </a:r>
            <a:r>
              <a:rPr lang="en-US" dirty="0" err="1"/>
              <a:t>cường</a:t>
            </a:r>
            <a:r>
              <a:rPr lang="en-US" dirty="0"/>
              <a:t> </a:t>
            </a:r>
            <a:r>
              <a:rPr lang="en-US" dirty="0" err="1"/>
              <a:t>khả</a:t>
            </a:r>
            <a:r>
              <a:rPr lang="en-US" dirty="0"/>
              <a:t> </a:t>
            </a:r>
            <a:r>
              <a:rPr lang="en-US" dirty="0" err="1"/>
              <a:t>năng</a:t>
            </a:r>
            <a:r>
              <a:rPr lang="en-US" dirty="0"/>
              <a:t> </a:t>
            </a:r>
            <a:r>
              <a:rPr lang="en-US" dirty="0" err="1"/>
              <a:t>khai</a:t>
            </a:r>
            <a:r>
              <a:rPr lang="en-US" dirty="0"/>
              <a:t> </a:t>
            </a:r>
            <a:r>
              <a:rPr lang="en-US" dirty="0" err="1"/>
              <a:t>thác</a:t>
            </a:r>
            <a:r>
              <a:rPr lang="en-US" dirty="0"/>
              <a:t>, </a:t>
            </a:r>
            <a:r>
              <a:rPr lang="en-US" dirty="0" err="1"/>
              <a:t>sử</a:t>
            </a:r>
            <a:r>
              <a:rPr lang="en-US" dirty="0"/>
              <a:t> </a:t>
            </a:r>
            <a:r>
              <a:rPr lang="en-US" dirty="0" err="1"/>
              <a:t>dụng</a:t>
            </a:r>
            <a:r>
              <a:rPr lang="en-US" dirty="0"/>
              <a:t> </a:t>
            </a:r>
            <a:r>
              <a:rPr lang="en-US" dirty="0" err="1"/>
              <a:t>dữ</a:t>
            </a:r>
            <a:r>
              <a:rPr lang="en-US" dirty="0"/>
              <a:t> </a:t>
            </a:r>
            <a:r>
              <a:rPr lang="en-US" dirty="0" err="1"/>
              <a:t>liệu</a:t>
            </a:r>
            <a:r>
              <a:rPr lang="en-US" dirty="0"/>
              <a:t>.</a:t>
            </a:r>
            <a:endParaRPr sz="1200" b="0" i="0" u="none" strike="noStrike" dirty="0">
              <a:solidFill>
                <a:schemeClr val="dk1"/>
              </a:solidFill>
              <a:latin typeface="Calibri"/>
              <a:ea typeface="Calibri"/>
              <a:cs typeface="Calibri"/>
              <a:sym typeface="Calibri"/>
            </a:endParaRPr>
          </a:p>
        </p:txBody>
      </p:sp>
      <p:sp>
        <p:nvSpPr>
          <p:cNvPr id="415" name="Google Shape;415;p14: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500096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15: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15: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dirty="0" err="1">
                <a:solidFill>
                  <a:srgbClr val="1E3063"/>
                </a:solidFill>
                <a:latin typeface="Open Sans"/>
                <a:ea typeface="Open Sans"/>
                <a:cs typeface="Open Sans"/>
                <a:sym typeface="Open Sans"/>
              </a:rPr>
              <a:t>Tùy</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chỉnh</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theo</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yêu</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cầu</a:t>
            </a:r>
            <a:r>
              <a:rPr lang="en-US" b="1"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Có</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thể</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mở</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rộng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tùy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biến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theo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cấu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hoặc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tùy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chỉnh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theo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yêu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cầu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đặc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thù</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quan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tổ</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đơn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vị</a:t>
            </a:r>
            <a:endParaRPr sz="1200" dirty="0">
              <a:solidFill>
                <a:srgbClr val="1E306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b="1" dirty="0">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b="1" dirty="0" err="1">
                <a:solidFill>
                  <a:srgbClr val="1E3063"/>
                </a:solidFill>
                <a:latin typeface="Open Sans"/>
                <a:ea typeface="Open Sans"/>
                <a:cs typeface="Open Sans"/>
                <a:sym typeface="Open Sans"/>
              </a:rPr>
              <a:t>Quản</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lý</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tài</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khoản</a:t>
            </a:r>
            <a:r>
              <a:rPr lang="en-US" b="1"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Phân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quyền</a:t>
            </a:r>
            <a:r>
              <a:rPr lang="en-US" sz="1200" dirty="0">
                <a:solidFill>
                  <a:srgbClr val="1E3063"/>
                </a:solidFill>
                <a:latin typeface="Open Sans"/>
                <a:ea typeface="Open Sans"/>
                <a:cs typeface="Open Sans"/>
                <a:sym typeface="Open Sans"/>
              </a:rPr>
              <a:t> chi </a:t>
            </a:r>
            <a:r>
              <a:rPr lang="en-US" sz="1200" dirty="0" err="1">
                <a:solidFill>
                  <a:srgbClr val="1E3063"/>
                </a:solidFill>
                <a:latin typeface="Open Sans"/>
                <a:ea typeface="Open Sans"/>
                <a:cs typeface="Open Sans"/>
                <a:sym typeface="Open Sans"/>
              </a:rPr>
              <a:t>tiết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theo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từng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vai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trò</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nhóm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quyền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giới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hạn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quyền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truy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cập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đảm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bảo</a:t>
            </a:r>
            <a:r>
              <a:rPr lang="en-US" sz="1200" dirty="0">
                <a:solidFill>
                  <a:srgbClr val="1E3063"/>
                </a:solidFill>
                <a:latin typeface="Open Sans"/>
                <a:ea typeface="Open Sans"/>
                <a:cs typeface="Open Sans"/>
                <a:sym typeface="Open Sans"/>
              </a:rPr>
              <a:t> an </a:t>
            </a:r>
            <a:r>
              <a:rPr lang="en-US" sz="1200" dirty="0" err="1">
                <a:solidFill>
                  <a:srgbClr val="1E3063"/>
                </a:solidFill>
                <a:latin typeface="Open Sans"/>
                <a:ea typeface="Open Sans"/>
                <a:cs typeface="Open Sans"/>
                <a:sym typeface="Open Sans"/>
              </a:rPr>
              <a:t>toàn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bảo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mật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Hỗ</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trợ</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đăng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nhập</a:t>
            </a:r>
            <a:r>
              <a:rPr lang="en-US" sz="1200" dirty="0">
                <a:solidFill>
                  <a:srgbClr val="1E3063"/>
                </a:solidFill>
                <a:latin typeface="Open Sans"/>
                <a:ea typeface="Open Sans"/>
                <a:cs typeface="Open Sans"/>
                <a:sym typeface="Open Sans"/>
              </a:rPr>
              <a:t> SSO </a:t>
            </a:r>
            <a:r>
              <a:rPr lang="en-US" sz="1200" dirty="0" err="1">
                <a:solidFill>
                  <a:srgbClr val="1E3063"/>
                </a:solidFill>
                <a:latin typeface="Open Sans"/>
                <a:ea typeface="Open Sans"/>
                <a:cs typeface="Open Sans"/>
                <a:sym typeface="Open Sans"/>
              </a:rPr>
              <a:t>nếu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quan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tổ</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chức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có</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hệ</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thống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lý</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tài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khoản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dùng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chung</a:t>
            </a:r>
            <a:endParaRPr sz="1200" dirty="0">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b="1" dirty="0" err="1">
                <a:solidFill>
                  <a:srgbClr val="1E3063"/>
                </a:solidFill>
                <a:latin typeface="Open Sans"/>
                <a:ea typeface="Open Sans"/>
                <a:cs typeface="Open Sans"/>
                <a:sym typeface="Open Sans"/>
              </a:rPr>
              <a:t>Cấu</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hình</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động</a:t>
            </a:r>
            <a:r>
              <a:rPr lang="en-US" b="1"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Cấu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tìm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kiếm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nâng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cao</a:t>
            </a:r>
            <a:endParaRPr sz="1200" dirty="0">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Clr>
                <a:schemeClr val="dk1"/>
              </a:buClr>
              <a:buSzPts val="1400"/>
              <a:buFont typeface="Arial"/>
              <a:buNone/>
            </a:pPr>
            <a:endParaRPr sz="1200" dirty="0">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sz="1200" dirty="0" err="1">
                <a:solidFill>
                  <a:srgbClr val="1E3063"/>
                </a:solidFill>
                <a:latin typeface="Open Sans"/>
                <a:ea typeface="Open Sans"/>
                <a:cs typeface="Open Sans"/>
                <a:sym typeface="Open Sans"/>
              </a:rPr>
              <a:t>Tùy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chỉnh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nhóm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thông</a:t>
            </a:r>
            <a:r>
              <a:rPr lang="en-US" sz="1200" dirty="0">
                <a:solidFill>
                  <a:srgbClr val="1E3063"/>
                </a:solidFill>
                <a:latin typeface="Open Sans"/>
                <a:ea typeface="Open Sans"/>
                <a:cs typeface="Open Sans"/>
                <a:sym typeface="Open Sans"/>
              </a:rPr>
              <a:t> tin, </a:t>
            </a:r>
            <a:r>
              <a:rPr lang="en-US" sz="1200" dirty="0" err="1">
                <a:solidFill>
                  <a:srgbClr val="1E3063"/>
                </a:solidFill>
                <a:latin typeface="Open Sans"/>
                <a:ea typeface="Open Sans"/>
                <a:cs typeface="Open Sans"/>
                <a:sym typeface="Open Sans"/>
              </a:rPr>
              <a:t>cấu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biểu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mẫu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báo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cáo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động</a:t>
            </a:r>
            <a:r>
              <a:rPr lang="en-US" sz="1200" dirty="0">
                <a:solidFill>
                  <a:srgbClr val="1E3063"/>
                </a:solidFill>
                <a:latin typeface="Open Sans"/>
                <a:ea typeface="Open Sans"/>
                <a:cs typeface="Open Sans"/>
                <a:sym typeface="Open Sans"/>
              </a:rPr>
              <a:t>.</a:t>
            </a:r>
            <a:endParaRPr dirty="0"/>
          </a:p>
          <a:p>
            <a:pPr marL="171450" lvl="0" indent="-171450" algn="l" rtl="0">
              <a:lnSpc>
                <a:spcPct val="100000"/>
              </a:lnSpc>
              <a:spcBef>
                <a:spcPts val="0"/>
              </a:spcBef>
              <a:spcAft>
                <a:spcPts val="0"/>
              </a:spcAft>
              <a:buClr>
                <a:srgbClr val="1E3063"/>
              </a:buClr>
              <a:buSzPts val="1400"/>
              <a:buFont typeface="Arial"/>
              <a:buChar char="•"/>
            </a:pPr>
            <a:r>
              <a:rPr lang="en-US" sz="1200" dirty="0" err="1">
                <a:solidFill>
                  <a:srgbClr val="1E3063"/>
                </a:solidFill>
                <a:latin typeface="Open Sans"/>
                <a:ea typeface="Open Sans"/>
                <a:cs typeface="Open Sans"/>
                <a:sym typeface="Open Sans"/>
              </a:rPr>
              <a:t>Quy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lý</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cấu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động</a:t>
            </a:r>
            <a:r>
              <a:rPr lang="en-US" sz="1200" dirty="0">
                <a:solidFill>
                  <a:srgbClr val="1E3063"/>
                </a:solidFill>
                <a:latin typeface="Open Sans"/>
                <a:ea typeface="Open Sans"/>
                <a:cs typeface="Open Sans"/>
                <a:sym typeface="Open Sans"/>
              </a:rPr>
              <a:t>.</a:t>
            </a:r>
            <a:endParaRPr dirty="0"/>
          </a:p>
          <a:p>
            <a:pPr marL="171450" lvl="0" indent="-171450" algn="l" rtl="0">
              <a:lnSpc>
                <a:spcPct val="100000"/>
              </a:lnSpc>
              <a:spcBef>
                <a:spcPts val="0"/>
              </a:spcBef>
              <a:spcAft>
                <a:spcPts val="0"/>
              </a:spcAft>
              <a:buClr>
                <a:srgbClr val="1E3063"/>
              </a:buClr>
              <a:buSzPts val="1400"/>
              <a:buFont typeface="Arial"/>
              <a:buChar char="•"/>
            </a:pPr>
            <a:r>
              <a:rPr lang="en-US" sz="1200" dirty="0">
                <a:solidFill>
                  <a:srgbClr val="1E3063"/>
                </a:solidFill>
                <a:latin typeface="Open Sans"/>
                <a:ea typeface="Open Sans"/>
                <a:cs typeface="Open Sans"/>
                <a:sym typeface="Open Sans"/>
              </a:rPr>
              <a:t>Cho </a:t>
            </a:r>
            <a:r>
              <a:rPr lang="en-US" sz="1200" dirty="0" err="1">
                <a:solidFill>
                  <a:srgbClr val="1E3063"/>
                </a:solidFill>
                <a:latin typeface="Open Sans"/>
                <a:ea typeface="Open Sans"/>
                <a:cs typeface="Open Sans"/>
                <a:sym typeface="Open Sans"/>
              </a:rPr>
              <a:t>phép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cấu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động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toàn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biểu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mẫu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tiêu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chí</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và</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thang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điểm</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đánh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giá</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ngay</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trên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giao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diện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quản</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trị</a:t>
            </a:r>
            <a:r>
              <a:rPr lang="en-US" sz="1200" dirty="0">
                <a:solidFill>
                  <a:srgbClr val="1E3063"/>
                </a:solidFill>
                <a:latin typeface="Open Sans"/>
                <a:ea typeface="Open Sans"/>
                <a:cs typeface="Open Sans"/>
                <a:sym typeface="Open Sans"/>
              </a:rPr>
              <a:t> - </a:t>
            </a:r>
            <a:r>
              <a:rPr lang="en-US" sz="1200" dirty="0" err="1">
                <a:solidFill>
                  <a:srgbClr val="1E3063"/>
                </a:solidFill>
                <a:latin typeface="Open Sans"/>
                <a:ea typeface="Open Sans"/>
                <a:cs typeface="Open Sans"/>
                <a:sym typeface="Open Sans"/>
              </a:rPr>
              <a:t>đáp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ứng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linh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hoạt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nghiệp</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vụ</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đặc</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thù</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của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từng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ngành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địa</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phương</a:t>
            </a:r>
            <a:r>
              <a:rPr lang="en-US" sz="1200" dirty="0">
                <a:solidFill>
                  <a:srgbClr val="1E3063"/>
                </a:solidFill>
                <a:latin typeface="Open Sans"/>
                <a:ea typeface="Open Sans"/>
                <a:cs typeface="Open Sans"/>
                <a:sym typeface="Open Sans"/>
              </a:rPr>
              <a:t>.</a:t>
            </a:r>
            <a:endParaRPr sz="1200" dirty="0">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b="1" dirty="0" err="1">
                <a:solidFill>
                  <a:srgbClr val="1E3063"/>
                </a:solidFill>
                <a:latin typeface="Open Sans"/>
                <a:ea typeface="Open Sans"/>
                <a:cs typeface="Open Sans"/>
                <a:sym typeface="Open Sans"/>
              </a:rPr>
              <a:t>Quản</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lý</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đồng</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bộ</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và</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nhật</a:t>
            </a:r>
            <a:r>
              <a:rPr lang="en-US" b="1" dirty="0">
                <a:solidFill>
                  <a:srgbClr val="1E3063"/>
                </a:solidFill>
                <a:latin typeface="Open Sans"/>
                <a:ea typeface="Open Sans"/>
                <a:cs typeface="Open Sans"/>
                <a:sym typeface="Open Sans"/>
              </a:rPr>
              <a:t> </a:t>
            </a:r>
            <a:r>
              <a:rPr lang="en-US" b="1" dirty="0" err="1">
                <a:solidFill>
                  <a:srgbClr val="1E3063"/>
                </a:solidFill>
                <a:latin typeface="Open Sans"/>
                <a:ea typeface="Open Sans"/>
                <a:cs typeface="Open Sans"/>
                <a:sym typeface="Open Sans"/>
              </a:rPr>
              <a:t>ký</a:t>
            </a:r>
            <a:r>
              <a:rPr lang="en-US" b="1" dirty="0">
                <a:solidFill>
                  <a:srgbClr val="1E3063"/>
                </a:solidFill>
                <a:latin typeface="Open Sans"/>
                <a:ea typeface="Open Sans"/>
                <a:cs typeface="Open Sans"/>
                <a:sym typeface="Open Sans"/>
              </a:rPr>
              <a:t>: </a:t>
            </a:r>
            <a:r>
              <a:rPr lang="en-US" sz="1200" dirty="0">
                <a:solidFill>
                  <a:srgbClr val="1E3063"/>
                </a:solidFill>
                <a:latin typeface="Open Sans"/>
                <a:ea typeface="Open Sans"/>
                <a:cs typeface="Open Sans"/>
                <a:sym typeface="Open Sans"/>
              </a:rPr>
              <a:t>Theo </a:t>
            </a:r>
            <a:r>
              <a:rPr lang="en-US" sz="1200" dirty="0" err="1">
                <a:solidFill>
                  <a:srgbClr val="1E3063"/>
                </a:solidFill>
                <a:latin typeface="Open Sans"/>
                <a:ea typeface="Open Sans"/>
                <a:cs typeface="Open Sans"/>
                <a:sym typeface="Open Sans"/>
              </a:rPr>
              <a:t>dõi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trạng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thái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kết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nối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lịch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sử</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đồng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endParaRPr dirty="0"/>
          </a:p>
          <a:p>
            <a:pPr marL="171450" lvl="0" indent="-82550" algn="l" rtl="0">
              <a:lnSpc>
                <a:spcPct val="100000"/>
              </a:lnSpc>
              <a:spcBef>
                <a:spcPts val="0"/>
              </a:spcBef>
              <a:spcAft>
                <a:spcPts val="0"/>
              </a:spcAft>
              <a:buClr>
                <a:schemeClr val="dk1"/>
              </a:buClr>
              <a:buSzPts val="1400"/>
              <a:buFont typeface="Arial"/>
              <a:buNone/>
            </a:pPr>
            <a:endParaRPr sz="1200" dirty="0">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sz="1200" dirty="0" err="1">
                <a:solidFill>
                  <a:srgbClr val="1E3063"/>
                </a:solidFill>
                <a:latin typeface="Open Sans"/>
                <a:ea typeface="Open Sans"/>
                <a:cs typeface="Open Sans"/>
                <a:sym typeface="Open Sans"/>
              </a:rPr>
              <a:t>Cấu</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hình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lịch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đồng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tự</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động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cảnh</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báo</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khi</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đồng</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bộ</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thất</a:t>
            </a:r>
            <a:r>
              <a:rPr lang="en-US" sz="1200" dirty="0">
                <a:solidFill>
                  <a:srgbClr val="1E3063"/>
                </a:solidFill>
                <a:latin typeface="Open Sans"/>
                <a:ea typeface="Open Sans"/>
                <a:cs typeface="Open Sans"/>
                <a:sym typeface="Open Sans"/>
              </a:rPr>
              <a:t> </a:t>
            </a:r>
            <a:r>
              <a:rPr lang="en-US" sz="1200" dirty="0" err="1">
                <a:solidFill>
                  <a:srgbClr val="1E3063"/>
                </a:solidFill>
                <a:latin typeface="Open Sans"/>
                <a:ea typeface="Open Sans"/>
                <a:cs typeface="Open Sans"/>
                <a:sym typeface="Open Sans"/>
              </a:rPr>
              <a:t>bại</a:t>
            </a:r>
            <a:r>
              <a:rPr lang="en-US" sz="1200" dirty="0">
                <a:solidFill>
                  <a:srgbClr val="1E3063"/>
                </a:solidFill>
                <a:latin typeface="Open Sans"/>
                <a:ea typeface="Open Sans"/>
                <a:cs typeface="Open Sans"/>
                <a:sym typeface="Open Sans"/>
              </a:rPr>
              <a:t>.</a:t>
            </a:r>
            <a:endParaRPr dirty="0"/>
          </a:p>
          <a:p>
            <a:pPr marL="171450" marR="0" lvl="0" indent="-82550" algn="l" rtl="0">
              <a:lnSpc>
                <a:spcPct val="100000"/>
              </a:lnSpc>
              <a:spcBef>
                <a:spcPts val="0"/>
              </a:spcBef>
              <a:spcAft>
                <a:spcPts val="0"/>
              </a:spcAft>
              <a:buClr>
                <a:schemeClr val="dk1"/>
              </a:buClr>
              <a:buSzPts val="1400"/>
              <a:buFont typeface="Arial"/>
              <a:buNone/>
            </a:pPr>
            <a:endParaRPr b="1" dirty="0">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Clr>
                <a:schemeClr val="dk1"/>
              </a:buClr>
              <a:buSzPts val="1400"/>
              <a:buFont typeface="Arial"/>
              <a:buNone/>
            </a:pPr>
            <a:endParaRPr sz="1200" dirty="0">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SzPts val="1400"/>
              <a:buFont typeface="Arial"/>
              <a:buNone/>
            </a:pPr>
            <a:endParaRPr sz="1100" dirty="0">
              <a:solidFill>
                <a:srgbClr val="3F3F3F"/>
              </a:solidFill>
            </a:endParaRPr>
          </a:p>
          <a:p>
            <a:pPr marL="171450" lvl="0" indent="-82550" algn="l" rtl="0">
              <a:lnSpc>
                <a:spcPct val="100000"/>
              </a:lnSpc>
              <a:spcBef>
                <a:spcPts val="0"/>
              </a:spcBef>
              <a:spcAft>
                <a:spcPts val="0"/>
              </a:spcAft>
              <a:buSzPts val="1400"/>
              <a:buFont typeface="Arial"/>
              <a:buNone/>
            </a:pPr>
            <a:endParaRPr sz="1100" dirty="0">
              <a:solidFill>
                <a:srgbClr val="3F3F3F"/>
              </a:solidFill>
            </a:endParaRPr>
          </a:p>
          <a:p>
            <a:pPr marL="171450" marR="0" lvl="0" indent="-82550" algn="l" rtl="0">
              <a:lnSpc>
                <a:spcPct val="100000"/>
              </a:lnSpc>
              <a:spcBef>
                <a:spcPts val="0"/>
              </a:spcBef>
              <a:spcAft>
                <a:spcPts val="0"/>
              </a:spcAft>
              <a:buClr>
                <a:schemeClr val="dk1"/>
              </a:buClr>
              <a:buSzPts val="1400"/>
              <a:buFont typeface="Arial"/>
              <a:buNone/>
            </a:pPr>
            <a:endParaRPr b="1" dirty="0">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Clr>
                <a:schemeClr val="dk1"/>
              </a:buClr>
              <a:buSzPts val="1400"/>
              <a:buFont typeface="Arial"/>
              <a:buNone/>
            </a:pPr>
            <a:endParaRPr sz="1200" dirty="0">
              <a:solidFill>
                <a:srgbClr val="1E306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b="1" dirty="0">
              <a:solidFill>
                <a:srgbClr val="1E3063"/>
              </a:solidFill>
              <a:latin typeface="Open Sans"/>
              <a:ea typeface="Open Sans"/>
              <a:cs typeface="Open Sans"/>
              <a:sym typeface="Open Sans"/>
            </a:endParaRPr>
          </a:p>
          <a:p>
            <a:pPr marL="0" lvl="0" indent="0" algn="l" rtl="0">
              <a:lnSpc>
                <a:spcPct val="100000"/>
              </a:lnSpc>
              <a:spcBef>
                <a:spcPts val="0"/>
              </a:spcBef>
              <a:spcAft>
                <a:spcPts val="0"/>
              </a:spcAft>
              <a:buSzPts val="1400"/>
              <a:buNone/>
            </a:pPr>
            <a:endParaRPr sz="1200" b="0" i="0" u="none" strike="noStrike" dirty="0">
              <a:solidFill>
                <a:schemeClr val="dk1"/>
              </a:solidFill>
              <a:latin typeface="Calibri"/>
              <a:ea typeface="Calibri"/>
              <a:cs typeface="Calibri"/>
              <a:sym typeface="Calibri"/>
            </a:endParaRPr>
          </a:p>
        </p:txBody>
      </p:sp>
      <p:sp>
        <p:nvSpPr>
          <p:cNvPr id="423" name="Google Shape;423;p15: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956325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15: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15: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a:solidFill>
                  <a:srgbClr val="1E3063"/>
                </a:solidFill>
                <a:latin typeface="Open Sans"/>
                <a:ea typeface="Open Sans"/>
                <a:cs typeface="Open Sans"/>
                <a:sym typeface="Open Sans"/>
              </a:rPr>
              <a:t>Tùy chỉnh theo yêu cầu: </a:t>
            </a:r>
            <a:r>
              <a:rPr lang="en-US" sz="1200">
                <a:solidFill>
                  <a:srgbClr val="1E3063"/>
                </a:solidFill>
                <a:latin typeface="Open Sans"/>
                <a:ea typeface="Open Sans"/>
                <a:cs typeface="Open Sans"/>
                <a:sym typeface="Open Sans"/>
              </a:rPr>
              <a:t>Có thể mở rộng và tùy biến theo cấu hình hoặc tùy chỉnh theo yêu cầu đặc thù của cơ quan, tổ chức, đơn vị</a:t>
            </a:r>
            <a:endParaRPr sz="1200">
              <a:solidFill>
                <a:srgbClr val="1E306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b="1">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b="1">
                <a:solidFill>
                  <a:srgbClr val="1E3063"/>
                </a:solidFill>
                <a:latin typeface="Open Sans"/>
                <a:ea typeface="Open Sans"/>
                <a:cs typeface="Open Sans"/>
                <a:sym typeface="Open Sans"/>
              </a:rPr>
              <a:t>Quản lý tài khoản: </a:t>
            </a:r>
            <a:r>
              <a:rPr lang="en-US" sz="1200">
                <a:solidFill>
                  <a:srgbClr val="1E3063"/>
                </a:solidFill>
                <a:latin typeface="Open Sans"/>
                <a:ea typeface="Open Sans"/>
                <a:cs typeface="Open Sans"/>
                <a:sym typeface="Open Sans"/>
              </a:rPr>
              <a:t>Phân quyền chi tiết theo từng vai trò, nhóm quyền và giới hạn quyền truy cập đảm bảo an toàn bảo mật. Hỗ trợ đăng nhập SSO nếu cơ quan, tổ chức có hệ thống quản lý tài khoản dùng chung</a:t>
            </a:r>
            <a:endParaRPr sz="1200">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b="1">
                <a:solidFill>
                  <a:srgbClr val="1E3063"/>
                </a:solidFill>
                <a:latin typeface="Open Sans"/>
                <a:ea typeface="Open Sans"/>
                <a:cs typeface="Open Sans"/>
                <a:sym typeface="Open Sans"/>
              </a:rPr>
              <a:t>Cấu hình động: </a:t>
            </a:r>
            <a:r>
              <a:rPr lang="en-US" sz="1200">
                <a:solidFill>
                  <a:srgbClr val="1E3063"/>
                </a:solidFill>
                <a:latin typeface="Open Sans"/>
                <a:ea typeface="Open Sans"/>
                <a:cs typeface="Open Sans"/>
                <a:sym typeface="Open Sans"/>
              </a:rPr>
              <a:t>Cấu hình tìm kiếm nâng cao</a:t>
            </a:r>
            <a:endParaRPr sz="1200">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Clr>
                <a:schemeClr val="dk1"/>
              </a:buClr>
              <a:buSzPts val="1400"/>
              <a:buFont typeface="Arial"/>
              <a:buNone/>
            </a:pPr>
            <a:endParaRPr sz="1200">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sz="1200">
                <a:solidFill>
                  <a:srgbClr val="1E3063"/>
                </a:solidFill>
                <a:latin typeface="Open Sans"/>
                <a:ea typeface="Open Sans"/>
                <a:cs typeface="Open Sans"/>
                <a:sym typeface="Open Sans"/>
              </a:rPr>
              <a:t>Tùy chỉnh nhóm thông tin, cấu hình biểu mẫu báo cáo động.</a:t>
            </a:r>
            <a:endParaRPr/>
          </a:p>
          <a:p>
            <a:pPr marL="171450" lvl="0" indent="-171450" algn="l" rtl="0">
              <a:lnSpc>
                <a:spcPct val="100000"/>
              </a:lnSpc>
              <a:spcBef>
                <a:spcPts val="0"/>
              </a:spcBef>
              <a:spcAft>
                <a:spcPts val="0"/>
              </a:spcAft>
              <a:buClr>
                <a:srgbClr val="1E3063"/>
              </a:buClr>
              <a:buSzPts val="1400"/>
              <a:buFont typeface="Arial"/>
              <a:buChar char="•"/>
            </a:pPr>
            <a:r>
              <a:rPr lang="en-US" sz="1200">
                <a:solidFill>
                  <a:srgbClr val="1E3063"/>
                </a:solidFill>
                <a:latin typeface="Open Sans"/>
                <a:ea typeface="Open Sans"/>
                <a:cs typeface="Open Sans"/>
                <a:sym typeface="Open Sans"/>
              </a:rPr>
              <a:t>Quy trình quản lý cấu hình động.</a:t>
            </a:r>
            <a:endParaRPr/>
          </a:p>
          <a:p>
            <a:pPr marL="171450" lvl="0" indent="-171450" algn="l" rtl="0">
              <a:lnSpc>
                <a:spcPct val="100000"/>
              </a:lnSpc>
              <a:spcBef>
                <a:spcPts val="0"/>
              </a:spcBef>
              <a:spcAft>
                <a:spcPts val="0"/>
              </a:spcAft>
              <a:buClr>
                <a:srgbClr val="1E3063"/>
              </a:buClr>
              <a:buSzPts val="1400"/>
              <a:buFont typeface="Arial"/>
              <a:buChar char="•"/>
            </a:pPr>
            <a:r>
              <a:rPr lang="en-US" sz="1200">
                <a:solidFill>
                  <a:srgbClr val="1E3063"/>
                </a:solidFill>
                <a:latin typeface="Open Sans"/>
                <a:ea typeface="Open Sans"/>
                <a:cs typeface="Open Sans"/>
                <a:sym typeface="Open Sans"/>
              </a:rPr>
              <a:t>Cho phép cấu hình động toàn bộ quy trình, biểu mẫu, tiêu chí và thang điểm đánh giá ngay trên giao diện quản trị - đáp ứng linh hoạt nghiệp vụ đặc thù của từng Bộ, ngành, địa phương.</a:t>
            </a:r>
            <a:endParaRPr sz="1200">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b="1">
                <a:solidFill>
                  <a:srgbClr val="1E3063"/>
                </a:solidFill>
                <a:latin typeface="Open Sans"/>
                <a:ea typeface="Open Sans"/>
                <a:cs typeface="Open Sans"/>
                <a:sym typeface="Open Sans"/>
              </a:rPr>
              <a:t>Quản lý đồng bộ và nhật ký: </a:t>
            </a:r>
            <a:r>
              <a:rPr lang="en-US" sz="1200">
                <a:solidFill>
                  <a:srgbClr val="1E3063"/>
                </a:solidFill>
                <a:latin typeface="Open Sans"/>
                <a:ea typeface="Open Sans"/>
                <a:cs typeface="Open Sans"/>
                <a:sym typeface="Open Sans"/>
              </a:rPr>
              <a:t>Theo dõi trạng thái kết nối, lịch sử đồng bộ </a:t>
            </a:r>
            <a:endParaRPr/>
          </a:p>
          <a:p>
            <a:pPr marL="171450" lvl="0" indent="-82550" algn="l" rtl="0">
              <a:lnSpc>
                <a:spcPct val="100000"/>
              </a:lnSpc>
              <a:spcBef>
                <a:spcPts val="0"/>
              </a:spcBef>
              <a:spcAft>
                <a:spcPts val="0"/>
              </a:spcAft>
              <a:buClr>
                <a:schemeClr val="dk1"/>
              </a:buClr>
              <a:buSzPts val="1400"/>
              <a:buFont typeface="Arial"/>
              <a:buNone/>
            </a:pPr>
            <a:endParaRPr sz="1200">
              <a:solidFill>
                <a:srgbClr val="1E3063"/>
              </a:solidFill>
              <a:latin typeface="Open Sans"/>
              <a:ea typeface="Open Sans"/>
              <a:cs typeface="Open Sans"/>
              <a:sym typeface="Open Sans"/>
            </a:endParaRPr>
          </a:p>
          <a:p>
            <a:pPr marL="171450" lvl="0" indent="-171450" algn="l" rtl="0">
              <a:lnSpc>
                <a:spcPct val="100000"/>
              </a:lnSpc>
              <a:spcBef>
                <a:spcPts val="0"/>
              </a:spcBef>
              <a:spcAft>
                <a:spcPts val="0"/>
              </a:spcAft>
              <a:buClr>
                <a:srgbClr val="1E3063"/>
              </a:buClr>
              <a:buSzPts val="1400"/>
              <a:buFont typeface="Arial"/>
              <a:buChar char="•"/>
            </a:pPr>
            <a:r>
              <a:rPr lang="en-US" sz="1200">
                <a:solidFill>
                  <a:srgbClr val="1E3063"/>
                </a:solidFill>
                <a:latin typeface="Open Sans"/>
                <a:ea typeface="Open Sans"/>
                <a:cs typeface="Open Sans"/>
                <a:sym typeface="Open Sans"/>
              </a:rPr>
              <a:t>Cấu hình lịch đồng bộ tự động, cảnh báo khi đồng bộ thất bại.</a:t>
            </a:r>
            <a:endParaRPr/>
          </a:p>
          <a:p>
            <a:pPr marL="171450" marR="0" lvl="0" indent="-82550" algn="l" rtl="0">
              <a:lnSpc>
                <a:spcPct val="100000"/>
              </a:lnSpc>
              <a:spcBef>
                <a:spcPts val="0"/>
              </a:spcBef>
              <a:spcAft>
                <a:spcPts val="0"/>
              </a:spcAft>
              <a:buClr>
                <a:schemeClr val="dk1"/>
              </a:buClr>
              <a:buSzPts val="1400"/>
              <a:buFont typeface="Arial"/>
              <a:buNone/>
            </a:pPr>
            <a:endParaRPr b="1">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Clr>
                <a:schemeClr val="dk1"/>
              </a:buClr>
              <a:buSzPts val="1400"/>
              <a:buFont typeface="Arial"/>
              <a:buNone/>
            </a:pPr>
            <a:endParaRPr sz="1200">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SzPts val="1400"/>
              <a:buFont typeface="Arial"/>
              <a:buNone/>
            </a:pPr>
            <a:endParaRPr sz="1100">
              <a:solidFill>
                <a:srgbClr val="3F3F3F"/>
              </a:solidFill>
            </a:endParaRPr>
          </a:p>
          <a:p>
            <a:pPr marL="171450" lvl="0" indent="-82550" algn="l" rtl="0">
              <a:lnSpc>
                <a:spcPct val="100000"/>
              </a:lnSpc>
              <a:spcBef>
                <a:spcPts val="0"/>
              </a:spcBef>
              <a:spcAft>
                <a:spcPts val="0"/>
              </a:spcAft>
              <a:buSzPts val="1400"/>
              <a:buFont typeface="Arial"/>
              <a:buNone/>
            </a:pPr>
            <a:endParaRPr sz="1100">
              <a:solidFill>
                <a:srgbClr val="3F3F3F"/>
              </a:solidFill>
            </a:endParaRPr>
          </a:p>
          <a:p>
            <a:pPr marL="171450" marR="0" lvl="0" indent="-82550" algn="l" rtl="0">
              <a:lnSpc>
                <a:spcPct val="100000"/>
              </a:lnSpc>
              <a:spcBef>
                <a:spcPts val="0"/>
              </a:spcBef>
              <a:spcAft>
                <a:spcPts val="0"/>
              </a:spcAft>
              <a:buClr>
                <a:schemeClr val="dk1"/>
              </a:buClr>
              <a:buSzPts val="1400"/>
              <a:buFont typeface="Arial"/>
              <a:buNone/>
            </a:pPr>
            <a:endParaRPr b="1">
              <a:solidFill>
                <a:srgbClr val="1E3063"/>
              </a:solidFill>
              <a:latin typeface="Open Sans"/>
              <a:ea typeface="Open Sans"/>
              <a:cs typeface="Open Sans"/>
              <a:sym typeface="Open Sans"/>
            </a:endParaRPr>
          </a:p>
          <a:p>
            <a:pPr marL="171450" lvl="0" indent="-82550" algn="l" rtl="0">
              <a:lnSpc>
                <a:spcPct val="100000"/>
              </a:lnSpc>
              <a:spcBef>
                <a:spcPts val="0"/>
              </a:spcBef>
              <a:spcAft>
                <a:spcPts val="0"/>
              </a:spcAft>
              <a:buClr>
                <a:schemeClr val="dk1"/>
              </a:buClr>
              <a:buSzPts val="1400"/>
              <a:buFont typeface="Arial"/>
              <a:buNone/>
            </a:pPr>
            <a:endParaRPr sz="1200">
              <a:solidFill>
                <a:srgbClr val="1E3063"/>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endParaRPr b="1">
              <a:solidFill>
                <a:srgbClr val="1E3063"/>
              </a:solidFill>
              <a:latin typeface="Open Sans"/>
              <a:ea typeface="Open Sans"/>
              <a:cs typeface="Open Sans"/>
              <a:sym typeface="Open Sans"/>
            </a:endParaRPr>
          </a:p>
          <a:p>
            <a:pPr marL="0" lvl="0" indent="0" algn="l" rtl="0">
              <a:lnSpc>
                <a:spcPct val="100000"/>
              </a:lnSpc>
              <a:spcBef>
                <a:spcPts val="0"/>
              </a:spcBef>
              <a:spcAft>
                <a:spcPts val="0"/>
              </a:spcAft>
              <a:buSzPts val="1400"/>
              <a:buNone/>
            </a:pPr>
            <a:endParaRPr sz="1200" b="0" i="0" u="none" strike="noStrike">
              <a:solidFill>
                <a:schemeClr val="dk1"/>
              </a:solidFill>
              <a:latin typeface="Calibri"/>
              <a:ea typeface="Calibri"/>
              <a:cs typeface="Calibri"/>
              <a:sym typeface="Calibri"/>
            </a:endParaRPr>
          </a:p>
        </p:txBody>
      </p:sp>
      <p:sp>
        <p:nvSpPr>
          <p:cNvPr id="423" name="Google Shape;423;p15: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94186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1400"/>
              <a:buFont typeface="Calibri"/>
              <a:buNone/>
            </a:pPr>
            <a:endParaRPr/>
          </a:p>
        </p:txBody>
      </p:sp>
      <p:sp>
        <p:nvSpPr>
          <p:cNvPr id="352" name="Google Shape;352;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989515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4: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4:notes"/>
          <p:cNvSpPr txBox="1">
            <a:spLocks noGrp="1"/>
          </p:cNvSpPr>
          <p:nvPr>
            <p:ph type="body" idx="1"/>
          </p:nvPr>
        </p:nvSpPr>
        <p:spPr>
          <a:xfrm>
            <a:off x="685800" y="4447152"/>
            <a:ext cx="5486400" cy="363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err="1"/>
              <a:t>Ngoài</a:t>
            </a:r>
            <a:r>
              <a:rPr lang="en-US" dirty="0"/>
              <a:t> </a:t>
            </a:r>
            <a:r>
              <a:rPr lang="en-US" dirty="0" err="1"/>
              <a:t>ra</a:t>
            </a:r>
            <a:r>
              <a:rPr lang="en-US" dirty="0"/>
              <a:t> </a:t>
            </a:r>
            <a:r>
              <a:rPr lang="en-US" dirty="0" err="1"/>
              <a:t>có</a:t>
            </a:r>
            <a:r>
              <a:rPr lang="en-US" dirty="0"/>
              <a:t> </a:t>
            </a:r>
            <a:r>
              <a:rPr lang="en-US" dirty="0" err="1"/>
              <a:t>sổ</a:t>
            </a:r>
            <a:r>
              <a:rPr lang="en-US" dirty="0"/>
              <a:t> </a:t>
            </a:r>
            <a:r>
              <a:rPr lang="en-US" dirty="0" err="1"/>
              <a:t>tay</a:t>
            </a:r>
            <a:r>
              <a:rPr lang="en-US" dirty="0"/>
              <a:t> </a:t>
            </a:r>
            <a:r>
              <a:rPr lang="en-US" dirty="0" err="1"/>
              <a:t>hướng</a:t>
            </a:r>
            <a:r>
              <a:rPr lang="en-US" dirty="0"/>
              <a:t> </a:t>
            </a:r>
            <a:r>
              <a:rPr lang="en-US" dirty="0" err="1"/>
              <a:t>dẫn</a:t>
            </a:r>
            <a:r>
              <a:rPr lang="en-US" dirty="0"/>
              <a:t> </a:t>
            </a:r>
            <a:r>
              <a:rPr lang="en-US" dirty="0" err="1"/>
              <a:t>xây</a:t>
            </a:r>
            <a:r>
              <a:rPr lang="en-US" dirty="0"/>
              <a:t> </a:t>
            </a:r>
            <a:r>
              <a:rPr lang="en-US" dirty="0" err="1"/>
              <a:t>dựng</a:t>
            </a:r>
            <a:r>
              <a:rPr lang="en-US" dirty="0"/>
              <a:t> </a:t>
            </a:r>
            <a:r>
              <a:rPr lang="en-US" dirty="0" err="1"/>
              <a:t>bộ</a:t>
            </a:r>
            <a:r>
              <a:rPr lang="en-US" dirty="0"/>
              <a:t> </a:t>
            </a:r>
            <a:r>
              <a:rPr lang="en-US" dirty="0" err="1"/>
              <a:t>tiêu</a:t>
            </a:r>
            <a:r>
              <a:rPr lang="en-US" dirty="0"/>
              <a:t> </a:t>
            </a:r>
            <a:r>
              <a:rPr lang="en-US" dirty="0" err="1"/>
              <a:t>chí</a:t>
            </a:r>
            <a:r>
              <a:rPr lang="en-US" dirty="0"/>
              <a:t> </a:t>
            </a:r>
            <a:r>
              <a:rPr lang="en-US" dirty="0" err="1"/>
              <a:t>và</a:t>
            </a:r>
            <a:r>
              <a:rPr lang="en-US" dirty="0"/>
              <a:t> </a:t>
            </a:r>
            <a:r>
              <a:rPr lang="en-US" dirty="0" err="1" smtClean="0"/>
              <a:t>triển</a:t>
            </a:r>
            <a:r>
              <a:rPr lang="en-US" dirty="0" smtClean="0"/>
              <a:t> </a:t>
            </a:r>
            <a:r>
              <a:rPr lang="en-US" dirty="0" err="1"/>
              <a:t>khai</a:t>
            </a:r>
            <a:r>
              <a:rPr lang="en-US" dirty="0"/>
              <a:t> </a:t>
            </a:r>
            <a:r>
              <a:rPr lang="en-US" dirty="0" err="1"/>
              <a:t>đánh</a:t>
            </a:r>
            <a:r>
              <a:rPr lang="en-US" dirty="0"/>
              <a:t> </a:t>
            </a:r>
            <a:r>
              <a:rPr lang="en-US" dirty="0" err="1"/>
              <a:t>giá</a:t>
            </a:r>
            <a:r>
              <a:rPr lang="en-US" dirty="0"/>
              <a:t> </a:t>
            </a:r>
            <a:r>
              <a:rPr lang="en-US" dirty="0" err="1"/>
              <a:t>kết</a:t>
            </a:r>
            <a:r>
              <a:rPr lang="en-US" dirty="0"/>
              <a:t> </a:t>
            </a:r>
            <a:r>
              <a:rPr lang="en-US" dirty="0" err="1"/>
              <a:t>quả</a:t>
            </a:r>
            <a:r>
              <a:rPr lang="en-US" dirty="0"/>
              <a:t> </a:t>
            </a:r>
            <a:r>
              <a:rPr lang="en-US" dirty="0" err="1"/>
              <a:t>thực</a:t>
            </a:r>
            <a:r>
              <a:rPr lang="en-US" dirty="0"/>
              <a:t> </a:t>
            </a:r>
            <a:r>
              <a:rPr lang="en-US" dirty="0" err="1"/>
              <a:t>hiện</a:t>
            </a:r>
            <a:r>
              <a:rPr lang="en-US" dirty="0"/>
              <a:t> </a:t>
            </a:r>
            <a:r>
              <a:rPr lang="en-US" dirty="0" err="1"/>
              <a:t>nhiệm</a:t>
            </a:r>
            <a:r>
              <a:rPr lang="en-US" dirty="0"/>
              <a:t> </a:t>
            </a:r>
            <a:r>
              <a:rPr lang="en-US" dirty="0" err="1"/>
              <a:t>vụ</a:t>
            </a:r>
            <a:r>
              <a:rPr lang="en-US" dirty="0"/>
              <a:t> </a:t>
            </a:r>
            <a:r>
              <a:rPr lang="en-US" dirty="0" err="1"/>
              <a:t>công</a:t>
            </a:r>
            <a:r>
              <a:rPr lang="en-US" dirty="0"/>
              <a:t> </a:t>
            </a:r>
            <a:r>
              <a:rPr lang="en-US" dirty="0" err="1"/>
              <a:t>chức</a:t>
            </a:r>
            <a:endParaRPr dirty="0"/>
          </a:p>
        </p:txBody>
      </p:sp>
      <p:sp>
        <p:nvSpPr>
          <p:cNvPr id="290" name="Google Shape;290;p4:notes"/>
          <p:cNvSpPr txBox="1">
            <a:spLocks noGrp="1"/>
          </p:cNvSpPr>
          <p:nvPr>
            <p:ph type="sldNum" idx="12"/>
          </p:nvPr>
        </p:nvSpPr>
        <p:spPr>
          <a:xfrm>
            <a:off x="3884614" y="8777194"/>
            <a:ext cx="2971800" cy="463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273507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8: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8: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b="1" i="0" u="none" strike="noStrike" cap="none">
                <a:solidFill>
                  <a:srgbClr val="404040"/>
                </a:solidFill>
                <a:latin typeface="Open Sans"/>
                <a:ea typeface="Open Sans"/>
                <a:cs typeface="Open Sans"/>
                <a:sym typeface="Open Sans"/>
              </a:rPr>
              <a:t>Cán bộ, công chức, viên chức</a:t>
            </a:r>
            <a:endParaRPr sz="1200" b="0" i="0" u="none" strike="noStrike" cap="none">
              <a:solidFill>
                <a:srgbClr val="404040"/>
              </a:solidFill>
              <a:latin typeface="Open Sans"/>
              <a:ea typeface="Open Sans"/>
              <a:cs typeface="Open Sans"/>
              <a:sym typeface="Open Sans"/>
            </a:endParaRPr>
          </a:p>
          <a:p>
            <a:pPr marL="171450" marR="0" lvl="0" indent="-171450" algn="just" rtl="0">
              <a:lnSpc>
                <a:spcPct val="150000"/>
              </a:lnSpc>
              <a:spcBef>
                <a:spcPts val="0"/>
              </a:spcBef>
              <a:spcAft>
                <a:spcPts val="0"/>
              </a:spcAft>
              <a:buClr>
                <a:srgbClr val="000000"/>
              </a:buClr>
              <a:buSzPts val="1600"/>
              <a:buFont typeface="Arial"/>
              <a:buChar char="•"/>
            </a:pPr>
            <a:r>
              <a:rPr lang="en-US" sz="1200">
                <a:solidFill>
                  <a:srgbClr val="1E3063"/>
                </a:solidFill>
                <a:latin typeface="Open Sans"/>
                <a:ea typeface="Open Sans"/>
                <a:cs typeface="Open Sans"/>
                <a:sym typeface="Open Sans"/>
              </a:rPr>
              <a:t>Hiểu rõ mục tiêu, nhiệm vụ và tiêu chí đánh giá công việc</a:t>
            </a:r>
            <a:endParaRPr sz="1200">
              <a:solidFill>
                <a:srgbClr val="1E3063"/>
              </a:solidFill>
              <a:latin typeface="Open Sans"/>
              <a:ea typeface="Open Sans"/>
              <a:cs typeface="Open Sans"/>
              <a:sym typeface="Open Sans"/>
            </a:endParaRPr>
          </a:p>
          <a:p>
            <a:pPr marL="171450" marR="0" lvl="0" indent="-171450" algn="just" rtl="0">
              <a:lnSpc>
                <a:spcPct val="150000"/>
              </a:lnSpc>
              <a:spcBef>
                <a:spcPts val="0"/>
              </a:spcBef>
              <a:spcAft>
                <a:spcPts val="0"/>
              </a:spcAft>
              <a:buClr>
                <a:srgbClr val="000000"/>
              </a:buClr>
              <a:buSzPts val="1600"/>
              <a:buFont typeface="Arial"/>
              <a:buChar char="•"/>
            </a:pPr>
            <a:r>
              <a:rPr lang="en-US" sz="1200">
                <a:solidFill>
                  <a:srgbClr val="1E3063"/>
                </a:solidFill>
                <a:latin typeface="Open Sans"/>
                <a:ea typeface="Open Sans"/>
                <a:cs typeface="Open Sans"/>
                <a:sym typeface="Open Sans"/>
              </a:rPr>
              <a:t>Chủ động theo dõi kết quả thực hiện nhiệm vụ của bản than.</a:t>
            </a:r>
            <a:endParaRPr/>
          </a:p>
          <a:p>
            <a:pPr marL="171450" marR="0" lvl="0" indent="-171450" algn="just" rtl="0">
              <a:lnSpc>
                <a:spcPct val="150000"/>
              </a:lnSpc>
              <a:spcBef>
                <a:spcPts val="0"/>
              </a:spcBef>
              <a:spcAft>
                <a:spcPts val="0"/>
              </a:spcAft>
              <a:buClr>
                <a:srgbClr val="000000"/>
              </a:buClr>
              <a:buSzPts val="1600"/>
              <a:buFont typeface="Arial"/>
              <a:buChar char="•"/>
            </a:pPr>
            <a:r>
              <a:rPr lang="en-US" sz="1200">
                <a:solidFill>
                  <a:srgbClr val="1E3063"/>
                </a:solidFill>
                <a:latin typeface="Open Sans"/>
                <a:ea typeface="Open Sans"/>
                <a:cs typeface="Open Sans"/>
                <a:sym typeface="Open Sans"/>
              </a:rPr>
              <a:t>Nhắc nhở khi đến thời gian thực hiện đánh giá</a:t>
            </a:r>
            <a:endParaRPr sz="1200">
              <a:solidFill>
                <a:srgbClr val="1E3063"/>
              </a:solidFill>
              <a:latin typeface="Open Sans"/>
              <a:ea typeface="Open Sans"/>
              <a:cs typeface="Open Sans"/>
              <a:sym typeface="Open Sans"/>
            </a:endParaRPr>
          </a:p>
          <a:p>
            <a:pPr marL="171450" marR="0" lvl="0" indent="-171450" algn="just" rtl="0">
              <a:lnSpc>
                <a:spcPct val="150000"/>
              </a:lnSpc>
              <a:spcBef>
                <a:spcPts val="600"/>
              </a:spcBef>
              <a:spcAft>
                <a:spcPts val="0"/>
              </a:spcAft>
              <a:buClr>
                <a:srgbClr val="000000"/>
              </a:buClr>
              <a:buSzPts val="1600"/>
              <a:buFont typeface="Arial"/>
              <a:buChar char="•"/>
            </a:pPr>
            <a:r>
              <a:rPr lang="en-US" sz="1200">
                <a:solidFill>
                  <a:srgbClr val="1E3063"/>
                </a:solidFill>
                <a:latin typeface="Open Sans"/>
                <a:ea typeface="Open Sans"/>
                <a:cs typeface="Open Sans"/>
                <a:sym typeface="Open Sans"/>
              </a:rPr>
              <a:t>Thực hiện tự đánh giá, theo dõi được quá trình đánh giá, xếp loại của cá nhân.</a:t>
            </a:r>
            <a:endParaRPr/>
          </a:p>
          <a:p>
            <a:pPr marL="0" marR="0" lvl="0" indent="0" algn="l" rtl="0">
              <a:lnSpc>
                <a:spcPct val="150000"/>
              </a:lnSpc>
              <a:spcBef>
                <a:spcPts val="600"/>
              </a:spcBef>
              <a:spcAft>
                <a:spcPts val="0"/>
              </a:spcAft>
              <a:buClr>
                <a:srgbClr val="000000"/>
              </a:buClr>
              <a:buSzPts val="1600"/>
              <a:buFont typeface="Arial"/>
              <a:buNone/>
            </a:pPr>
            <a:endParaRPr sz="1000" b="0" i="0" u="none" strike="noStrike" cap="none">
              <a:solidFill>
                <a:srgbClr val="40404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US" sz="1200" b="1" i="0" u="none" strike="noStrike" cap="none">
                <a:solidFill>
                  <a:srgbClr val="404040"/>
                </a:solidFill>
                <a:latin typeface="Open Sans"/>
                <a:ea typeface="Open Sans"/>
                <a:cs typeface="Open Sans"/>
                <a:sym typeface="Open Sans"/>
              </a:rPr>
              <a:t>Cán bộ làm công tác tổ chức, cán bộ</a:t>
            </a:r>
            <a:endParaRPr sz="1200" b="1" i="0" u="none" strike="noStrike" cap="none">
              <a:solidFill>
                <a:srgbClr val="404040"/>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a:solidFill>
                  <a:srgbClr val="1E3063"/>
                </a:solidFill>
                <a:latin typeface="Open Sans"/>
                <a:ea typeface="Open Sans"/>
                <a:cs typeface="Open Sans"/>
                <a:sym typeface="Open Sans"/>
              </a:rPr>
              <a:t>Theo dõi, tổng hợp tình trạng thực hiện nhiệm vụ, công việc tại tổ chức</a:t>
            </a:r>
            <a:endParaRPr sz="1200">
              <a:solidFill>
                <a:srgbClr val="1E3063"/>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a:solidFill>
                  <a:srgbClr val="1E3063"/>
                </a:solidFill>
                <a:latin typeface="Open Sans"/>
                <a:ea typeface="Open Sans"/>
                <a:cs typeface="Open Sans"/>
                <a:sym typeface="Open Sans"/>
              </a:rPr>
              <a:t>Theo dõi kết quả, điểm đánh giá của tổ chức, cá nhân.</a:t>
            </a:r>
            <a:endParaRPr/>
          </a:p>
          <a:p>
            <a:pPr marL="171450" lvl="0" indent="-171450" algn="just" rtl="0">
              <a:lnSpc>
                <a:spcPct val="150000"/>
              </a:lnSpc>
              <a:spcBef>
                <a:spcPts val="0"/>
              </a:spcBef>
              <a:spcAft>
                <a:spcPts val="0"/>
              </a:spcAft>
              <a:buSzPts val="1600"/>
              <a:buFont typeface="Arial"/>
              <a:buChar char="•"/>
            </a:pPr>
            <a:r>
              <a:rPr lang="en-US" sz="1200">
                <a:solidFill>
                  <a:srgbClr val="1E3063"/>
                </a:solidFill>
                <a:latin typeface="Open Sans"/>
                <a:ea typeface="Open Sans"/>
                <a:cs typeface="Open Sans"/>
                <a:sym typeface="Open Sans"/>
              </a:rPr>
              <a:t>Đôn đốc, nhắc nhở, theo dõi quá trình đánh giá của các  tổ chức, cá nhân.</a:t>
            </a:r>
            <a:endParaRPr sz="1200">
              <a:solidFill>
                <a:srgbClr val="1E3063"/>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a:solidFill>
                  <a:srgbClr val="1E3063"/>
                </a:solidFill>
                <a:latin typeface="Open Sans"/>
                <a:ea typeface="Open Sans"/>
                <a:cs typeface="Open Sans"/>
                <a:sym typeface="Open Sans"/>
              </a:rPr>
              <a:t>Báo cáo, thống kê, phân tích dữ liệu nhanh và chính xác.</a:t>
            </a:r>
            <a:endParaRPr/>
          </a:p>
          <a:p>
            <a:pPr marL="171450" marR="0" lvl="0" indent="-69850" algn="l" rtl="0">
              <a:lnSpc>
                <a:spcPct val="150000"/>
              </a:lnSpc>
              <a:spcBef>
                <a:spcPts val="600"/>
              </a:spcBef>
              <a:spcAft>
                <a:spcPts val="0"/>
              </a:spcAft>
              <a:buClr>
                <a:srgbClr val="000000"/>
              </a:buClr>
              <a:buSzPts val="1600"/>
              <a:buFont typeface="Arial"/>
              <a:buNone/>
            </a:pPr>
            <a:endParaRPr sz="1200" b="0" i="0" u="none" strike="noStrike" cap="none">
              <a:solidFill>
                <a:srgbClr val="40404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US" sz="1200" b="1" i="0" u="none" strike="noStrike" cap="none">
                <a:solidFill>
                  <a:srgbClr val="404040"/>
                </a:solidFill>
                <a:latin typeface="Open Sans"/>
                <a:ea typeface="Open Sans"/>
                <a:cs typeface="Open Sans"/>
                <a:sym typeface="Open Sans"/>
              </a:rPr>
              <a:t>Lãnh đạo, quản lý các cấp</a:t>
            </a:r>
            <a:endParaRPr sz="1200" b="1" i="0" u="none" strike="noStrike" cap="none">
              <a:solidFill>
                <a:srgbClr val="404040"/>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a:solidFill>
                  <a:srgbClr val="1E3063"/>
                </a:solidFill>
                <a:latin typeface="Open Sans"/>
                <a:ea typeface="Open Sans"/>
                <a:cs typeface="Open Sans"/>
                <a:sym typeface="Open Sans"/>
              </a:rPr>
              <a:t>Theo dõi tình hình thực hiện nhiệm vụ của các cá nhân và đơn vị một cách trực quan, kịp thời.</a:t>
            </a:r>
            <a:endParaRPr/>
          </a:p>
          <a:p>
            <a:pPr marL="171450" lvl="0" indent="-171450" algn="just" rtl="0">
              <a:lnSpc>
                <a:spcPct val="150000"/>
              </a:lnSpc>
              <a:spcBef>
                <a:spcPts val="0"/>
              </a:spcBef>
              <a:spcAft>
                <a:spcPts val="0"/>
              </a:spcAft>
              <a:buSzPts val="1600"/>
              <a:buFont typeface="Arial"/>
              <a:buChar char="•"/>
            </a:pPr>
            <a:r>
              <a:rPr lang="en-US" sz="1200">
                <a:solidFill>
                  <a:srgbClr val="1E3063"/>
                </a:solidFill>
                <a:latin typeface="Open Sans"/>
                <a:ea typeface="Open Sans"/>
                <a:cs typeface="Open Sans"/>
                <a:sym typeface="Open Sans"/>
              </a:rPr>
              <a:t>Có cơ sở dữ liệu định lượng và minh bạch để đánh giá xếp loại CBCCVC.</a:t>
            </a:r>
            <a:endParaRPr sz="1200">
              <a:solidFill>
                <a:srgbClr val="1E3063"/>
              </a:solidFill>
              <a:latin typeface="Open Sans"/>
              <a:ea typeface="Open Sans"/>
              <a:cs typeface="Open Sans"/>
              <a:sym typeface="Open Sans"/>
            </a:endParaRPr>
          </a:p>
          <a:p>
            <a:pPr marL="171450" lvl="0" indent="-171450" algn="just" rtl="0">
              <a:lnSpc>
                <a:spcPct val="150000"/>
              </a:lnSpc>
              <a:spcBef>
                <a:spcPts val="0"/>
              </a:spcBef>
              <a:spcAft>
                <a:spcPts val="0"/>
              </a:spcAft>
              <a:buSzPts val="1600"/>
              <a:buFont typeface="Arial"/>
              <a:buChar char="•"/>
            </a:pPr>
            <a:r>
              <a:rPr lang="en-US" sz="1200">
                <a:solidFill>
                  <a:srgbClr val="1E3063"/>
                </a:solidFill>
                <a:latin typeface="Open Sans"/>
                <a:ea typeface="Open Sans"/>
                <a:cs typeface="Open Sans"/>
                <a:sym typeface="Open Sans"/>
              </a:rPr>
              <a:t>Giám sát và nâng cao hiệu quả quản lý, hỗ trợ ra quyết định trong công tác cán bộ.</a:t>
            </a:r>
            <a:endParaRPr sz="1200">
              <a:solidFill>
                <a:srgbClr val="1E3063"/>
              </a:solidFill>
              <a:latin typeface="Open Sans"/>
              <a:ea typeface="Open Sans"/>
              <a:cs typeface="Open Sans"/>
              <a:sym typeface="Open Sans"/>
            </a:endParaRPr>
          </a:p>
          <a:p>
            <a:pPr marL="0" lvl="0" indent="0" algn="l" rtl="0">
              <a:lnSpc>
                <a:spcPct val="100000"/>
              </a:lnSpc>
              <a:spcBef>
                <a:spcPts val="0"/>
              </a:spcBef>
              <a:spcAft>
                <a:spcPts val="0"/>
              </a:spcAft>
              <a:buSzPts val="1400"/>
              <a:buNone/>
            </a:pPr>
            <a:endParaRPr sz="1200" b="0" i="0" u="none" strike="noStrike">
              <a:solidFill>
                <a:schemeClr val="dk1"/>
              </a:solidFill>
              <a:latin typeface="Calibri"/>
              <a:ea typeface="Calibri"/>
              <a:cs typeface="Calibri"/>
              <a:sym typeface="Calibri"/>
            </a:endParaRPr>
          </a:p>
        </p:txBody>
      </p:sp>
      <p:sp>
        <p:nvSpPr>
          <p:cNvPr id="364" name="Google Shape;364;p8: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926141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9: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9: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a:solidFill>
                <a:schemeClr val="dk1"/>
              </a:solidFill>
              <a:latin typeface="Calibri"/>
              <a:ea typeface="Calibri"/>
              <a:cs typeface="Calibri"/>
              <a:sym typeface="Calibri"/>
            </a:endParaRPr>
          </a:p>
        </p:txBody>
      </p:sp>
      <p:sp>
        <p:nvSpPr>
          <p:cNvPr id="372" name="Google Shape;372;p9: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8004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0: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10: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err="1"/>
              <a:t>Mặc</a:t>
            </a:r>
            <a:r>
              <a:rPr lang="en-US" dirty="0"/>
              <a:t> </a:t>
            </a:r>
            <a:r>
              <a:rPr lang="en-US" dirty="0" err="1"/>
              <a:t>định</a:t>
            </a:r>
            <a:r>
              <a:rPr lang="en-US" dirty="0"/>
              <a:t> </a:t>
            </a:r>
            <a:r>
              <a:rPr lang="en-US" dirty="0" err="1"/>
              <a:t>theo</a:t>
            </a:r>
            <a:r>
              <a:rPr lang="en-US" dirty="0"/>
              <a:t> 6 </a:t>
            </a:r>
            <a:r>
              <a:rPr lang="en-US" dirty="0" err="1"/>
              <a:t>trục</a:t>
            </a:r>
            <a:r>
              <a:rPr lang="en-US" dirty="0"/>
              <a:t> </a:t>
            </a:r>
            <a:r>
              <a:rPr lang="en-US" dirty="0" err="1"/>
              <a:t>như</a:t>
            </a:r>
            <a:r>
              <a:rPr lang="en-US" dirty="0"/>
              <a:t> </a:t>
            </a:r>
            <a:r>
              <a:rPr lang="en-US" dirty="0" err="1"/>
              <a:t>quy</a:t>
            </a:r>
            <a:r>
              <a:rPr lang="en-US" dirty="0"/>
              <a:t> </a:t>
            </a:r>
            <a:r>
              <a:rPr lang="en-US" dirty="0" err="1"/>
              <a:t>định</a:t>
            </a:r>
            <a:r>
              <a:rPr lang="en-US" dirty="0"/>
              <a:t> </a:t>
            </a:r>
            <a:r>
              <a:rPr lang="en-US" dirty="0" err="1"/>
              <a:t>của</a:t>
            </a:r>
            <a:r>
              <a:rPr lang="en-US" dirty="0"/>
              <a:t> </a:t>
            </a:r>
            <a:r>
              <a:rPr lang="en-US" dirty="0" err="1"/>
              <a:t>Tỉnh</a:t>
            </a:r>
            <a:r>
              <a:rPr lang="en-US" dirty="0"/>
              <a:t> </a:t>
            </a:r>
            <a:r>
              <a:rPr lang="en-US" dirty="0" err="1"/>
              <a:t>nhưng</a:t>
            </a:r>
            <a:r>
              <a:rPr lang="en-US" dirty="0"/>
              <a:t> </a:t>
            </a:r>
            <a:r>
              <a:rPr lang="en-US" dirty="0" err="1"/>
              <a:t>có</a:t>
            </a:r>
            <a:r>
              <a:rPr lang="en-US" dirty="0"/>
              <a:t> </a:t>
            </a:r>
            <a:r>
              <a:rPr lang="en-US" dirty="0" err="1"/>
              <a:t>thể</a:t>
            </a:r>
            <a:r>
              <a:rPr lang="en-US" dirty="0"/>
              <a:t> </a:t>
            </a:r>
            <a:r>
              <a:rPr lang="en-US" dirty="0" err="1"/>
              <a:t>định</a:t>
            </a:r>
            <a:r>
              <a:rPr lang="en-US" dirty="0"/>
              <a:t> </a:t>
            </a:r>
            <a:r>
              <a:rPr lang="en-US" dirty="0" err="1"/>
              <a:t>nghĩ</a:t>
            </a:r>
            <a:r>
              <a:rPr lang="en-US" dirty="0"/>
              <a:t>, </a:t>
            </a:r>
            <a:r>
              <a:rPr lang="en-US" dirty="0" err="1"/>
              <a:t>cấu</a:t>
            </a:r>
            <a:r>
              <a:rPr lang="en-US" dirty="0"/>
              <a:t> </a:t>
            </a:r>
            <a:r>
              <a:rPr lang="en-US" dirty="0" err="1"/>
              <a:t>hình</a:t>
            </a:r>
            <a:r>
              <a:rPr lang="en-US" dirty="0"/>
              <a:t> </a:t>
            </a:r>
            <a:r>
              <a:rPr lang="en-US" dirty="0" err="1"/>
              <a:t>động</a:t>
            </a:r>
            <a:r>
              <a:rPr lang="en-US" dirty="0"/>
              <a:t> </a:t>
            </a:r>
            <a:r>
              <a:rPr lang="en-US" dirty="0" err="1"/>
              <a:t>theo</a:t>
            </a:r>
            <a:r>
              <a:rPr lang="en-US" dirty="0"/>
              <a:t> </a:t>
            </a:r>
            <a:r>
              <a:rPr lang="en-US" dirty="0" err="1"/>
              <a:t>danh</a:t>
            </a:r>
            <a:r>
              <a:rPr lang="en-US" dirty="0"/>
              <a:t> </a:t>
            </a:r>
            <a:r>
              <a:rPr lang="en-US" dirty="0" err="1"/>
              <a:t>mục</a:t>
            </a:r>
            <a:r>
              <a:rPr lang="en-US" dirty="0"/>
              <a:t>..</a:t>
            </a:r>
            <a:endParaRPr sz="1200" b="0" i="0" u="none" strike="noStrike" dirty="0">
              <a:solidFill>
                <a:schemeClr val="dk1"/>
              </a:solidFill>
              <a:latin typeface="Calibri"/>
              <a:ea typeface="Calibri"/>
              <a:cs typeface="Calibri"/>
              <a:sym typeface="Calibri"/>
            </a:endParaRPr>
          </a:p>
        </p:txBody>
      </p:sp>
      <p:sp>
        <p:nvSpPr>
          <p:cNvPr id="382" name="Google Shape;382;p10: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65377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1: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11: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u="none" strike="noStrike" dirty="0">
                <a:solidFill>
                  <a:schemeClr val="dk1"/>
                </a:solidFill>
                <a:latin typeface="Calibri"/>
                <a:ea typeface="Calibri"/>
                <a:cs typeface="Calibri"/>
                <a:sym typeface="Calibri"/>
              </a:rPr>
              <a:t>Báo </a:t>
            </a:r>
            <a:r>
              <a:rPr lang="en-US" sz="1200" b="0" i="0" u="none" strike="noStrike" dirty="0" err="1">
                <a:solidFill>
                  <a:schemeClr val="dk1"/>
                </a:solidFill>
                <a:latin typeface="Calibri"/>
                <a:ea typeface="Calibri"/>
                <a:cs typeface="Calibri"/>
                <a:sym typeface="Calibri"/>
              </a:rPr>
              <a:t>cáo</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kết</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quả</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thực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hiện</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từng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công</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việc</a:t>
            </a:r>
            <a:r>
              <a:rPr lang="en-US" sz="1200" b="0" i="0" u="none" strike="noStrike" dirty="0">
                <a:solidFill>
                  <a:schemeClr val="dk1"/>
                </a:solidFill>
                <a:latin typeface="Calibri"/>
                <a:ea typeface="Calibri"/>
                <a:cs typeface="Calibri"/>
                <a:sym typeface="Calibri"/>
              </a:rPr>
              <a:t> </a:t>
            </a:r>
            <a:r>
              <a:rPr lang="en-US" sz="1200" b="0" i="0" u="none" strike="noStrike" dirty="0" err="1">
                <a:solidFill>
                  <a:schemeClr val="dk1"/>
                </a:solidFill>
                <a:latin typeface="Calibri"/>
                <a:ea typeface="Calibri"/>
                <a:cs typeface="Calibri"/>
                <a:sym typeface="Calibri"/>
              </a:rPr>
              <a:t>theo</a:t>
            </a:r>
            <a:r>
              <a:rPr lang="en-US" sz="1200" b="0" i="0" u="none" strike="noStrike" dirty="0">
                <a:solidFill>
                  <a:schemeClr val="dk1"/>
                </a:solidFill>
                <a:latin typeface="Calibri"/>
                <a:ea typeface="Calibri"/>
                <a:cs typeface="Calibri"/>
                <a:sym typeface="Calibri"/>
              </a:rPr>
              <a:t> 4 </a:t>
            </a:r>
            <a:r>
              <a:rPr lang="en-US" sz="1200" b="0" i="0" u="none" strike="noStrike" dirty="0" err="1">
                <a:solidFill>
                  <a:schemeClr val="dk1"/>
                </a:solidFill>
                <a:latin typeface="Calibri"/>
                <a:ea typeface="Calibri"/>
                <a:cs typeface="Calibri"/>
                <a:sym typeface="Calibri"/>
              </a:rPr>
              <a:t>nhóm</a:t>
            </a:r>
            <a:r>
              <a:rPr lang="en-US" sz="1200" b="0" i="0" u="none" strike="noStrike" dirty="0">
                <a:solidFill>
                  <a:schemeClr val="dk1"/>
                </a:solidFill>
                <a:latin typeface="Calibri"/>
                <a:ea typeface="Calibri"/>
                <a:cs typeface="Calibri"/>
                <a:sym typeface="Calibri"/>
              </a:rPr>
              <a:t> KPI </a:t>
            </a:r>
            <a:endParaRPr sz="1200" b="0" i="0" u="none" strike="noStrike" dirty="0">
              <a:solidFill>
                <a:schemeClr val="dk1"/>
              </a:solidFill>
              <a:latin typeface="Calibri"/>
              <a:ea typeface="Calibri"/>
              <a:cs typeface="Calibri"/>
              <a:sym typeface="Calibri"/>
            </a:endParaRPr>
          </a:p>
        </p:txBody>
      </p:sp>
      <p:sp>
        <p:nvSpPr>
          <p:cNvPr id="391" name="Google Shape;391;p11: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71539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2: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12: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399" name="Google Shape;399;p12: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598823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3: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13: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a:solidFill>
                <a:schemeClr val="dk1"/>
              </a:solidFill>
              <a:latin typeface="Calibri"/>
              <a:ea typeface="Calibri"/>
              <a:cs typeface="Calibri"/>
              <a:sym typeface="Calibri"/>
            </a:endParaRPr>
          </a:p>
        </p:txBody>
      </p:sp>
      <p:sp>
        <p:nvSpPr>
          <p:cNvPr id="407" name="Google Shape;407;p13: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94324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Quản</a:t>
            </a:r>
            <a:r>
              <a:rPr lang="en-US" baseline="0" dirty="0"/>
              <a:t> </a:t>
            </a:r>
            <a:r>
              <a:rPr lang="en-US" baseline="0" dirty="0" err="1"/>
              <a:t>lý</a:t>
            </a:r>
            <a:r>
              <a:rPr lang="en-US" baseline="0" dirty="0"/>
              <a:t> </a:t>
            </a:r>
            <a:r>
              <a:rPr lang="en-US" baseline="0" dirty="0" err="1"/>
              <a:t>danh</a:t>
            </a:r>
            <a:r>
              <a:rPr lang="en-US" baseline="0" dirty="0"/>
              <a:t> </a:t>
            </a:r>
            <a:r>
              <a:rPr lang="en-US" baseline="0" dirty="0" err="1"/>
              <a:t>mục</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công</a:t>
            </a:r>
            <a:r>
              <a:rPr lang="en-US" baseline="0" dirty="0"/>
              <a:t> </a:t>
            </a:r>
            <a:r>
              <a:rPr lang="en-US" baseline="0" dirty="0" err="1"/>
              <a:t>việc</a:t>
            </a:r>
            <a:endParaRPr lang="vi-V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25</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569710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Quản </a:t>
            </a:r>
            <a:r>
              <a:rPr lang="en-US" dirty="0" err="1"/>
              <a:t>lý</a:t>
            </a:r>
            <a:r>
              <a:rPr lang="en-US" dirty="0"/>
              <a:t>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công</a:t>
            </a:r>
            <a:r>
              <a:rPr lang="en-US" dirty="0"/>
              <a:t> </a:t>
            </a:r>
            <a:r>
              <a:rPr lang="en-US" dirty="0" err="1"/>
              <a:t>việc</a:t>
            </a:r>
            <a:r>
              <a:rPr lang="en-US" dirty="0"/>
              <a:t> </a:t>
            </a:r>
            <a:r>
              <a:rPr lang="en-US" dirty="0" err="1"/>
              <a:t>của</a:t>
            </a:r>
            <a:r>
              <a:rPr lang="en-US" dirty="0"/>
              <a:t> </a:t>
            </a:r>
            <a:r>
              <a:rPr lang="en-US" dirty="0" err="1"/>
              <a:t>cá</a:t>
            </a:r>
            <a:r>
              <a:rPr lang="en-US" dirty="0"/>
              <a:t> </a:t>
            </a:r>
            <a:r>
              <a:rPr lang="en-US" dirty="0" err="1"/>
              <a:t>nhân</a:t>
            </a:r>
            <a:r>
              <a:rPr lang="en-US" dirty="0"/>
              <a:t>, </a:t>
            </a:r>
            <a:r>
              <a:rPr lang="en-US" dirty="0" err="1"/>
              <a:t>có</a:t>
            </a:r>
            <a:r>
              <a:rPr lang="en-US" dirty="0"/>
              <a:t> </a:t>
            </a:r>
            <a:r>
              <a:rPr lang="en-US" dirty="0" err="1"/>
              <a:t>thể</a:t>
            </a:r>
            <a:r>
              <a:rPr lang="en-US" dirty="0"/>
              <a:t> </a:t>
            </a:r>
            <a:r>
              <a:rPr lang="en-US" dirty="0" err="1"/>
              <a:t>kéo</a:t>
            </a:r>
            <a:r>
              <a:rPr lang="en-US" dirty="0"/>
              <a:t> </a:t>
            </a:r>
            <a:r>
              <a:rPr lang="en-US" dirty="0" err="1"/>
              <a:t>thả</a:t>
            </a:r>
            <a:r>
              <a:rPr lang="en-US" dirty="0"/>
              <a:t> </a:t>
            </a:r>
            <a:r>
              <a:rPr lang="en-US" dirty="0" err="1"/>
              <a:t>cập</a:t>
            </a:r>
            <a:r>
              <a:rPr lang="en-US" dirty="0"/>
              <a:t> </a:t>
            </a:r>
            <a:r>
              <a:rPr lang="en-US" dirty="0" err="1"/>
              <a:t>nhật</a:t>
            </a:r>
            <a:r>
              <a:rPr lang="en-US" dirty="0"/>
              <a:t> </a:t>
            </a:r>
            <a:r>
              <a:rPr lang="en-US" dirty="0" err="1"/>
              <a:t>tình</a:t>
            </a:r>
            <a:r>
              <a:rPr lang="en-US" dirty="0"/>
              <a:t> </a:t>
            </a:r>
            <a:r>
              <a:rPr lang="en-US" dirty="0" err="1"/>
              <a:t>trạng</a:t>
            </a:r>
            <a:r>
              <a:rPr lang="en-US" dirty="0"/>
              <a:t> </a:t>
            </a:r>
            <a:r>
              <a:rPr lang="en-US" dirty="0" err="1"/>
              <a:t>thực</a:t>
            </a:r>
            <a:r>
              <a:rPr lang="en-US" dirty="0"/>
              <a:t> </a:t>
            </a:r>
            <a:r>
              <a:rPr lang="en-US" dirty="0" err="1"/>
              <a:t>hiện</a:t>
            </a:r>
            <a:r>
              <a:rPr lang="en-US" dirty="0"/>
              <a:t> </a:t>
            </a:r>
            <a:r>
              <a:rPr lang="en-US" dirty="0" err="1"/>
              <a:t>hoặc</a:t>
            </a:r>
            <a:r>
              <a:rPr lang="en-US" dirty="0"/>
              <a:t> </a:t>
            </a:r>
            <a:r>
              <a:rPr lang="en-US" dirty="0" err="1"/>
              <a:t>tự</a:t>
            </a:r>
            <a:r>
              <a:rPr lang="en-US" dirty="0"/>
              <a:t> </a:t>
            </a:r>
            <a:r>
              <a:rPr lang="en-US" dirty="0" err="1"/>
              <a:t>động</a:t>
            </a:r>
            <a:r>
              <a:rPr lang="en-US" dirty="0"/>
              <a:t> </a:t>
            </a:r>
            <a:r>
              <a:rPr lang="en-US" dirty="0" err="1"/>
              <a:t>đồng</a:t>
            </a:r>
            <a:r>
              <a:rPr lang="en-US" dirty="0"/>
              <a:t> </a:t>
            </a:r>
            <a:r>
              <a:rPr lang="en-US" dirty="0" err="1"/>
              <a:t>bộ</a:t>
            </a:r>
            <a:r>
              <a:rPr lang="en-US" dirty="0"/>
              <a:t> </a:t>
            </a:r>
            <a:r>
              <a:rPr lang="en-US" dirty="0" err="1"/>
              <a:t>từ</a:t>
            </a:r>
            <a:r>
              <a:rPr lang="en-US" dirty="0"/>
              <a:t> </a:t>
            </a:r>
            <a:r>
              <a:rPr lang="en-US" dirty="0" err="1"/>
              <a:t>hệ</a:t>
            </a:r>
            <a:r>
              <a:rPr lang="en-US" dirty="0"/>
              <a:t> </a:t>
            </a:r>
            <a:r>
              <a:rPr lang="en-US" dirty="0" err="1"/>
              <a:t>thống</a:t>
            </a:r>
            <a:r>
              <a:rPr lang="en-US" dirty="0"/>
              <a:t> Quản </a:t>
            </a:r>
            <a:r>
              <a:rPr lang="en-US" dirty="0" err="1"/>
              <a:t>lý</a:t>
            </a:r>
            <a:r>
              <a:rPr lang="en-US" dirty="0"/>
              <a:t> </a:t>
            </a:r>
            <a:r>
              <a:rPr lang="en-US" dirty="0" err="1"/>
              <a:t>điều</a:t>
            </a:r>
            <a:r>
              <a:rPr lang="en-US" dirty="0"/>
              <a:t> </a:t>
            </a:r>
            <a:r>
              <a:rPr lang="en-US" dirty="0" err="1"/>
              <a:t>hành</a:t>
            </a:r>
            <a:r>
              <a:rPr lang="en-US" dirty="0"/>
              <a:t> </a:t>
            </a:r>
            <a:r>
              <a:rPr lang="en-US" dirty="0" err="1"/>
              <a:t>văn</a:t>
            </a:r>
            <a:r>
              <a:rPr lang="en-US" dirty="0"/>
              <a:t> </a:t>
            </a:r>
            <a:r>
              <a:rPr lang="en-US" dirty="0" err="1"/>
              <a:t>bản</a:t>
            </a:r>
            <a:endParaRPr lang="vi-V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26</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6906003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2A8B144-5DC1-0C3F-056B-4FCD23B80F6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9F24764-13C7-4063-3BD0-D7DCD4660A9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A122414-0FAC-FAF5-EC9E-6DD88117E97A}"/>
              </a:ext>
            </a:extLst>
          </p:cNvPr>
          <p:cNvSpPr>
            <a:spLocks noGrp="1"/>
          </p:cNvSpPr>
          <p:nvPr>
            <p:ph type="body" idx="1"/>
          </p:nvPr>
        </p:nvSpPr>
        <p:spPr/>
        <p:txBody>
          <a:bodyPr/>
          <a:lstStyle/>
          <a:p>
            <a:r>
              <a:rPr lang="en-US" dirty="0"/>
              <a:t>Theo </a:t>
            </a:r>
            <a:r>
              <a:rPr lang="en-US" dirty="0" err="1"/>
              <a:t>dõi</a:t>
            </a:r>
            <a:r>
              <a:rPr lang="en-US" dirty="0"/>
              <a:t> </a:t>
            </a:r>
            <a:r>
              <a:rPr lang="en-US" dirty="0" err="1"/>
              <a:t>và</a:t>
            </a:r>
            <a:r>
              <a:rPr lang="en-US" dirty="0"/>
              <a:t> </a:t>
            </a:r>
            <a:r>
              <a:rPr lang="en-US" dirty="0" err="1"/>
              <a:t>tổng</a:t>
            </a:r>
            <a:r>
              <a:rPr lang="en-US" dirty="0"/>
              <a:t> </a:t>
            </a:r>
            <a:r>
              <a:rPr lang="en-US" dirty="0" err="1"/>
              <a:t>hợp</a:t>
            </a:r>
            <a:r>
              <a:rPr lang="en-US" dirty="0"/>
              <a:t> </a:t>
            </a:r>
            <a:r>
              <a:rPr lang="en-US" dirty="0" err="1"/>
              <a:t>kết</a:t>
            </a:r>
            <a:r>
              <a:rPr lang="en-US" dirty="0"/>
              <a:t> </a:t>
            </a:r>
            <a:r>
              <a:rPr lang="en-US" dirty="0" err="1"/>
              <a:t>quả</a:t>
            </a:r>
            <a:r>
              <a:rPr lang="en-US" dirty="0"/>
              <a:t> </a:t>
            </a:r>
            <a:r>
              <a:rPr lang="en-US" dirty="0" err="1"/>
              <a:t>điểm</a:t>
            </a:r>
            <a:r>
              <a:rPr lang="en-US" dirty="0"/>
              <a:t> </a:t>
            </a:r>
            <a:r>
              <a:rPr lang="en-US" dirty="0" err="1"/>
              <a:t>kết</a:t>
            </a:r>
            <a:r>
              <a:rPr lang="en-US" dirty="0"/>
              <a:t> </a:t>
            </a:r>
            <a:r>
              <a:rPr lang="en-US" dirty="0" err="1"/>
              <a:t>quả</a:t>
            </a:r>
            <a:r>
              <a:rPr lang="en-US" dirty="0"/>
              <a:t> </a:t>
            </a:r>
            <a:r>
              <a:rPr lang="en-US" dirty="0" err="1"/>
              <a:t>thực</a:t>
            </a:r>
            <a:r>
              <a:rPr lang="en-US" dirty="0"/>
              <a:t> </a:t>
            </a:r>
            <a:r>
              <a:rPr lang="en-US" dirty="0" err="1"/>
              <a:t>hiện</a:t>
            </a:r>
            <a:r>
              <a:rPr lang="en-US" dirty="0"/>
              <a:t> </a:t>
            </a:r>
            <a:r>
              <a:rPr lang="en-US" dirty="0" err="1"/>
              <a:t>theo</a:t>
            </a:r>
            <a:r>
              <a:rPr lang="en-US" dirty="0"/>
              <a:t> 3 </a:t>
            </a:r>
            <a:r>
              <a:rPr lang="en-US" dirty="0" err="1"/>
              <a:t>tiêu</a:t>
            </a:r>
            <a:r>
              <a:rPr lang="en-US" dirty="0"/>
              <a:t> </a:t>
            </a:r>
            <a:r>
              <a:rPr lang="en-US" dirty="0" err="1"/>
              <a:t>chí</a:t>
            </a:r>
            <a:r>
              <a:rPr lang="en-US" dirty="0"/>
              <a:t>: </a:t>
            </a:r>
            <a:r>
              <a:rPr lang="en-US" dirty="0" err="1"/>
              <a:t>Số</a:t>
            </a:r>
            <a:r>
              <a:rPr lang="en-US" dirty="0"/>
              <a:t> </a:t>
            </a:r>
            <a:r>
              <a:rPr lang="en-US" dirty="0" err="1"/>
              <a:t>lượng</a:t>
            </a:r>
            <a:r>
              <a:rPr lang="en-US" dirty="0"/>
              <a:t>, Tiến </a:t>
            </a:r>
            <a:r>
              <a:rPr lang="en-US" dirty="0" err="1"/>
              <a:t>độ</a:t>
            </a:r>
            <a:r>
              <a:rPr lang="en-US" dirty="0"/>
              <a:t>, </a:t>
            </a:r>
            <a:r>
              <a:rPr lang="en-US" dirty="0" err="1"/>
              <a:t>chất</a:t>
            </a:r>
            <a:r>
              <a:rPr lang="en-US" dirty="0"/>
              <a:t> </a:t>
            </a:r>
            <a:r>
              <a:rPr lang="en-US" dirty="0" err="1"/>
              <a:t>lượng</a:t>
            </a:r>
            <a:r>
              <a:rPr lang="en-US" dirty="0"/>
              <a:t> </a:t>
            </a:r>
            <a:r>
              <a:rPr lang="en-US" dirty="0" err="1"/>
              <a:t>để</a:t>
            </a:r>
            <a:r>
              <a:rPr lang="en-US" dirty="0"/>
              <a:t> </a:t>
            </a:r>
            <a:r>
              <a:rPr lang="en-US" dirty="0" err="1"/>
              <a:t>làm</a:t>
            </a:r>
            <a:r>
              <a:rPr lang="en-US" dirty="0"/>
              <a:t> </a:t>
            </a:r>
            <a:r>
              <a:rPr lang="en-US" dirty="0" err="1"/>
              <a:t>đầu</a:t>
            </a:r>
            <a:r>
              <a:rPr lang="en-US" dirty="0"/>
              <a:t> </a:t>
            </a:r>
            <a:r>
              <a:rPr lang="en-US" dirty="0" err="1"/>
              <a:t>vào</a:t>
            </a:r>
            <a:r>
              <a:rPr lang="en-US" dirty="0"/>
              <a:t> ở </a:t>
            </a:r>
            <a:r>
              <a:rPr lang="en-US" dirty="0" err="1"/>
              <a:t>quy</a:t>
            </a:r>
            <a:r>
              <a:rPr lang="en-US" dirty="0"/>
              <a:t> </a:t>
            </a:r>
            <a:r>
              <a:rPr lang="en-US" dirty="0" err="1"/>
              <a:t>trình</a:t>
            </a:r>
            <a:r>
              <a:rPr lang="en-US" dirty="0"/>
              <a:t> </a:t>
            </a:r>
            <a:r>
              <a:rPr lang="en-US" dirty="0" err="1"/>
              <a:t>tiếp</a:t>
            </a:r>
            <a:r>
              <a:rPr lang="en-US" dirty="0"/>
              <a:t> </a:t>
            </a:r>
            <a:r>
              <a:rPr lang="en-US" dirty="0" err="1"/>
              <a:t>theo</a:t>
            </a:r>
            <a:r>
              <a:rPr lang="en-US" dirty="0"/>
              <a:t> </a:t>
            </a:r>
            <a:r>
              <a:rPr lang="en-US" dirty="0" err="1"/>
              <a:t>là</a:t>
            </a:r>
            <a:r>
              <a:rPr lang="en-US" dirty="0"/>
              <a:t> </a:t>
            </a:r>
            <a:r>
              <a:rPr lang="en-US" dirty="0" err="1"/>
              <a:t>quy</a:t>
            </a:r>
            <a:r>
              <a:rPr lang="en-US" dirty="0"/>
              <a:t> </a:t>
            </a:r>
            <a:r>
              <a:rPr lang="en-US" dirty="0" err="1"/>
              <a:t>trình</a:t>
            </a:r>
            <a:r>
              <a:rPr lang="en-US" dirty="0"/>
              <a:t> </a:t>
            </a:r>
            <a:r>
              <a:rPr lang="en-US" dirty="0" err="1"/>
              <a:t>đánh</a:t>
            </a:r>
            <a:r>
              <a:rPr lang="en-US" dirty="0"/>
              <a:t> </a:t>
            </a:r>
            <a:r>
              <a:rPr lang="en-US" dirty="0" err="1"/>
              <a:t>giá</a:t>
            </a:r>
            <a:r>
              <a:rPr lang="en-US" dirty="0"/>
              <a:t> </a:t>
            </a:r>
            <a:r>
              <a:rPr lang="en-US" dirty="0" err="1"/>
              <a:t>cá</a:t>
            </a:r>
            <a:r>
              <a:rPr lang="en-US" dirty="0"/>
              <a:t> </a:t>
            </a:r>
            <a:r>
              <a:rPr lang="en-US" dirty="0" err="1"/>
              <a:t>nhân</a:t>
            </a:r>
            <a:endParaRPr lang="vi-VN" dirty="0"/>
          </a:p>
        </p:txBody>
      </p:sp>
      <p:sp>
        <p:nvSpPr>
          <p:cNvPr id="4" name="Slide Number Placeholder 3">
            <a:extLst>
              <a:ext uri="{FF2B5EF4-FFF2-40B4-BE49-F238E27FC236}">
                <a16:creationId xmlns="" xmlns:a16="http://schemas.microsoft.com/office/drawing/2014/main" id="{9F2A5169-0571-EC8A-4699-A76DB736DD19}"/>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27</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930951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Quản</a:t>
            </a:r>
            <a:r>
              <a:rPr lang="en-US" baseline="0" dirty="0"/>
              <a:t> </a:t>
            </a:r>
            <a:r>
              <a:rPr lang="en-US" baseline="0" dirty="0" err="1"/>
              <a:t>lý</a:t>
            </a:r>
            <a:r>
              <a:rPr lang="en-US" baseline="0" dirty="0"/>
              <a:t>, </a:t>
            </a:r>
            <a:r>
              <a:rPr lang="en-US" baseline="0" dirty="0" err="1"/>
              <a:t>theo</a:t>
            </a:r>
            <a:r>
              <a:rPr lang="en-US" baseline="0" dirty="0"/>
              <a:t> </a:t>
            </a:r>
            <a:r>
              <a:rPr lang="en-US" baseline="0" dirty="0" err="1"/>
              <a:t>dõi</a:t>
            </a:r>
            <a:r>
              <a:rPr lang="en-US" baseline="0" dirty="0"/>
              <a:t>, </a:t>
            </a:r>
            <a:r>
              <a:rPr lang="en-US" baseline="0" dirty="0" err="1"/>
              <a:t>báo</a:t>
            </a:r>
            <a:r>
              <a:rPr lang="en-US" baseline="0" dirty="0"/>
              <a:t> </a:t>
            </a:r>
            <a:r>
              <a:rPr lang="en-US" baseline="0" dirty="0" err="1"/>
              <a:t>cáo</a:t>
            </a:r>
            <a:r>
              <a:rPr lang="en-US" baseline="0" dirty="0"/>
              <a:t> </a:t>
            </a:r>
            <a:r>
              <a:rPr lang="en-US" baseline="0" dirty="0" err="1"/>
              <a:t>và</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nhiệm</a:t>
            </a:r>
            <a:r>
              <a:rPr lang="en-US" baseline="0" dirty="0"/>
              <a:t> </a:t>
            </a:r>
            <a:r>
              <a:rPr lang="en-US" baseline="0" dirty="0" err="1"/>
              <a:t>vụ</a:t>
            </a:r>
            <a:r>
              <a:rPr lang="en-US" baseline="0" dirty="0"/>
              <a:t> </a:t>
            </a:r>
            <a:r>
              <a:rPr lang="en-US" baseline="0" dirty="0" err="1"/>
              <a:t>tổ</a:t>
            </a:r>
            <a:r>
              <a:rPr lang="en-US" baseline="0" dirty="0"/>
              <a:t> </a:t>
            </a:r>
            <a:r>
              <a:rPr lang="en-US" baseline="0" dirty="0" err="1"/>
              <a:t>chức</a:t>
            </a:r>
            <a:endParaRPr lang="vi-V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28</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740528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Quản</a:t>
            </a:r>
            <a:r>
              <a:rPr lang="en-US" baseline="0" dirty="0"/>
              <a:t> </a:t>
            </a:r>
            <a:r>
              <a:rPr lang="en-US" baseline="0" dirty="0" err="1"/>
              <a:t>lý</a:t>
            </a:r>
            <a:r>
              <a:rPr lang="en-US" baseline="0" dirty="0"/>
              <a:t> </a:t>
            </a:r>
            <a:r>
              <a:rPr lang="en-US" baseline="0" dirty="0" err="1"/>
              <a:t>giao</a:t>
            </a:r>
            <a:r>
              <a:rPr lang="en-US" baseline="0" dirty="0"/>
              <a:t> </a:t>
            </a:r>
            <a:r>
              <a:rPr lang="en-US" baseline="0" dirty="0" err="1"/>
              <a:t>và</a:t>
            </a:r>
            <a:r>
              <a:rPr lang="en-US" baseline="0" dirty="0"/>
              <a:t> </a:t>
            </a:r>
            <a:r>
              <a:rPr lang="en-US" baseline="0" dirty="0" err="1"/>
              <a:t>theo</a:t>
            </a:r>
            <a:r>
              <a:rPr lang="en-US" baseline="0" dirty="0"/>
              <a:t> </a:t>
            </a:r>
            <a:r>
              <a:rPr lang="en-US" baseline="0" dirty="0" err="1"/>
              <a:t>dõi</a:t>
            </a:r>
            <a:r>
              <a:rPr lang="en-US" baseline="0" dirty="0"/>
              <a:t>, </a:t>
            </a:r>
            <a:r>
              <a:rPr lang="en-US" baseline="0" dirty="0" err="1"/>
              <a:t>cập</a:t>
            </a:r>
            <a:r>
              <a:rPr lang="en-US" baseline="0" dirty="0"/>
              <a:t> </a:t>
            </a:r>
            <a:r>
              <a:rPr lang="en-US" baseline="0" dirty="0" err="1"/>
              <a:t>nhật</a:t>
            </a:r>
            <a:r>
              <a:rPr lang="en-US" baseline="0" dirty="0"/>
              <a:t> </a:t>
            </a:r>
            <a:r>
              <a:rPr lang="en-US" baseline="0" dirty="0" err="1"/>
              <a:t>tiến</a:t>
            </a:r>
            <a:r>
              <a:rPr lang="en-US" baseline="0" dirty="0"/>
              <a:t> </a:t>
            </a:r>
            <a:r>
              <a:rPr lang="en-US" baseline="0" dirty="0" err="1"/>
              <a:t>độ</a:t>
            </a:r>
            <a:r>
              <a:rPr lang="en-US" baseline="0" dirty="0"/>
              <a:t> OKR</a:t>
            </a:r>
            <a:endParaRPr lang="vi-V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29</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8263113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Quản</a:t>
            </a:r>
            <a:r>
              <a:rPr lang="en-US" baseline="0" dirty="0"/>
              <a:t> </a:t>
            </a:r>
            <a:r>
              <a:rPr lang="en-US" baseline="0" dirty="0" err="1"/>
              <a:t>lý</a:t>
            </a:r>
            <a:r>
              <a:rPr lang="en-US" baseline="0" dirty="0"/>
              <a:t>, </a:t>
            </a:r>
            <a:r>
              <a:rPr lang="en-US" baseline="0" dirty="0" err="1"/>
              <a:t>theo</a:t>
            </a:r>
            <a:r>
              <a:rPr lang="en-US" baseline="0" dirty="0"/>
              <a:t> </a:t>
            </a:r>
            <a:r>
              <a:rPr lang="en-US" baseline="0" dirty="0" err="1"/>
              <a:t>dõi</a:t>
            </a:r>
            <a:r>
              <a:rPr lang="en-US" baseline="0" dirty="0"/>
              <a:t> </a:t>
            </a:r>
            <a:r>
              <a:rPr lang="en-US" baseline="0" dirty="0" err="1"/>
              <a:t>và</a:t>
            </a:r>
            <a:r>
              <a:rPr lang="en-US" baseline="0" dirty="0"/>
              <a:t> </a:t>
            </a:r>
            <a:r>
              <a:rPr lang="en-US" baseline="0" dirty="0" err="1"/>
              <a:t>báo</a:t>
            </a:r>
            <a:r>
              <a:rPr lang="en-US" baseline="0" dirty="0"/>
              <a:t> </a:t>
            </a:r>
            <a:r>
              <a:rPr lang="en-US" baseline="0" dirty="0" err="1"/>
              <a:t>cáo</a:t>
            </a:r>
            <a:r>
              <a:rPr lang="en-US" baseline="0" dirty="0"/>
              <a:t> </a:t>
            </a:r>
            <a:r>
              <a:rPr lang="en-US" baseline="0" dirty="0" err="1"/>
              <a:t>tình</a:t>
            </a:r>
            <a:r>
              <a:rPr lang="en-US" baseline="0" dirty="0"/>
              <a:t> </a:t>
            </a:r>
            <a:r>
              <a:rPr lang="en-US" baseline="0" dirty="0" err="1"/>
              <a:t>hình</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chỉ</a:t>
            </a:r>
            <a:r>
              <a:rPr lang="en-US" baseline="0" dirty="0"/>
              <a:t> </a:t>
            </a:r>
            <a:r>
              <a:rPr lang="en-US" baseline="0" dirty="0" err="1"/>
              <a:t>tiêu</a:t>
            </a:r>
            <a:endParaRPr lang="vi-V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30</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589783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Quản</a:t>
            </a:r>
            <a:r>
              <a:rPr lang="en-US" baseline="0" dirty="0"/>
              <a:t> </a:t>
            </a:r>
            <a:r>
              <a:rPr lang="en-US" baseline="0" dirty="0" err="1"/>
              <a:t>lý</a:t>
            </a:r>
            <a:r>
              <a:rPr lang="en-US" baseline="0" dirty="0"/>
              <a:t>, </a:t>
            </a:r>
            <a:r>
              <a:rPr lang="en-US" baseline="0" dirty="0" err="1"/>
              <a:t>theo</a:t>
            </a:r>
            <a:r>
              <a:rPr lang="en-US" baseline="0" dirty="0"/>
              <a:t> </a:t>
            </a:r>
            <a:r>
              <a:rPr lang="en-US" baseline="0" dirty="0" err="1"/>
              <a:t>dõi</a:t>
            </a:r>
            <a:r>
              <a:rPr lang="en-US" baseline="0" dirty="0"/>
              <a:t> </a:t>
            </a:r>
            <a:r>
              <a:rPr lang="en-US" baseline="0" dirty="0" err="1"/>
              <a:t>và</a:t>
            </a:r>
            <a:r>
              <a:rPr lang="en-US" baseline="0" dirty="0"/>
              <a:t> </a:t>
            </a:r>
            <a:r>
              <a:rPr lang="en-US" baseline="0" dirty="0" err="1"/>
              <a:t>báo</a:t>
            </a:r>
            <a:r>
              <a:rPr lang="en-US" baseline="0" dirty="0"/>
              <a:t> </a:t>
            </a:r>
            <a:r>
              <a:rPr lang="en-US" baseline="0" dirty="0" err="1"/>
              <a:t>cáo</a:t>
            </a:r>
            <a:r>
              <a:rPr lang="en-US" baseline="0" dirty="0"/>
              <a:t> </a:t>
            </a:r>
            <a:r>
              <a:rPr lang="en-US" baseline="0" dirty="0" err="1"/>
              <a:t>tình</a:t>
            </a:r>
            <a:r>
              <a:rPr lang="en-US" baseline="0" dirty="0"/>
              <a:t> </a:t>
            </a:r>
            <a:r>
              <a:rPr lang="en-US" baseline="0" dirty="0" err="1"/>
              <a:t>hình</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chỉ</a:t>
            </a:r>
            <a:r>
              <a:rPr lang="en-US" baseline="0" dirty="0"/>
              <a:t> </a:t>
            </a:r>
            <a:r>
              <a:rPr lang="en-US" baseline="0" dirty="0" err="1"/>
              <a:t>tiêu</a:t>
            </a:r>
            <a:endParaRPr lang="vi-V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31</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41841620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8: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18: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449" name="Google Shape;449;p18: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32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458119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9: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19: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dirty="0"/>
          </a:p>
        </p:txBody>
      </p:sp>
      <p:sp>
        <p:nvSpPr>
          <p:cNvPr id="457" name="Google Shape;457;p19: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33</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125301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vi-VN"/>
          </a:p>
        </p:txBody>
      </p:sp>
      <p:sp>
        <p:nvSpPr>
          <p:cNvPr id="110" name="Google Shape;110;p2: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1" name="Google Shape;111;p2: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t>34</a:t>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5510499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vi-VN"/>
          </a:p>
        </p:txBody>
      </p:sp>
      <p:sp>
        <p:nvSpPr>
          <p:cNvPr id="110" name="Google Shape;110;p2: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1" name="Google Shape;111;p2: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t>35</a:t>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4550705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658813" y="1155700"/>
            <a:ext cx="5540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vi-VN"/>
          </a:p>
        </p:txBody>
      </p:sp>
      <p:sp>
        <p:nvSpPr>
          <p:cNvPr id="110" name="Google Shape;110;p2:notes"/>
          <p:cNvSpPr txBox="1">
            <a:spLocks noGrp="1"/>
          </p:cNvSpPr>
          <p:nvPr>
            <p:ph type="body" idx="1"/>
          </p:nvPr>
        </p:nvSpPr>
        <p:spPr>
          <a:xfrm>
            <a:off x="685800" y="4447152"/>
            <a:ext cx="5486400" cy="363858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1" name="Google Shape;111;p2:notes"/>
          <p:cNvSpPr txBox="1">
            <a:spLocks noGrp="1"/>
          </p:cNvSpPr>
          <p:nvPr>
            <p:ph type="sldNum" idx="12"/>
          </p:nvPr>
        </p:nvSpPr>
        <p:spPr>
          <a:xfrm>
            <a:off x="3884614" y="8777194"/>
            <a:ext cx="2971800" cy="46364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t>36</a:t>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7027576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5" name="Google Shape;485;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1400"/>
              <a:buFont typeface="Calibri"/>
              <a:buNone/>
            </a:pPr>
            <a:endParaRPr/>
          </a:p>
        </p:txBody>
      </p:sp>
      <p:sp>
        <p:nvSpPr>
          <p:cNvPr id="486" name="Google Shape;486;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500"/>
              <a:buFont typeface="Arial"/>
              <a:buNone/>
            </a:pPr>
            <a:fld id="{00000000-1234-1234-1234-123412341234}" type="slidenum">
              <a:rPr lang="en-US" sz="6500" b="0" i="0" u="none" strike="noStrike" cap="none">
                <a:solidFill>
                  <a:srgbClr val="000000"/>
                </a:solidFill>
                <a:latin typeface="Calibri"/>
                <a:ea typeface="Calibri"/>
                <a:cs typeface="Calibri"/>
                <a:sym typeface="Calibri"/>
              </a:rPr>
              <a:t>37</a:t>
            </a:fld>
            <a:endParaRPr sz="6500" b="0" i="0" u="none" strike="noStrike" cap="none">
              <a:solidFill>
                <a:srgbClr val="000000"/>
              </a:solidFill>
              <a:latin typeface="Calibri"/>
              <a:ea typeface="Calibri"/>
              <a:cs typeface="Calibri"/>
              <a:sym typeface="Calibri"/>
            </a:endParaRPr>
          </a:p>
        </p:txBody>
      </p:sp>
      <p:sp>
        <p:nvSpPr>
          <p:cNvPr id="487" name="Google Shape;487;p23:notes"/>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500"/>
              <a:buFont typeface="Arial"/>
              <a:buNone/>
            </a:pPr>
            <a:r>
              <a:rPr lang="en-US" sz="6500" b="0" i="0" u="none" strike="noStrike" cap="none">
                <a:solidFill>
                  <a:srgbClr val="0474BA"/>
                </a:solidFill>
                <a:latin typeface="Avenir"/>
                <a:ea typeface="Avenir"/>
                <a:cs typeface="Avenir"/>
                <a:sym typeface="Avenir"/>
              </a:rPr>
              <a:t>13</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33004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Agenda slide layout">
  <p:cSld name="3_Agenda slide layout">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grpSp>
        <p:nvGrpSpPr>
          <p:cNvPr id="17" name="Google Shape;17;p27"/>
          <p:cNvGrpSpPr/>
          <p:nvPr/>
        </p:nvGrpSpPr>
        <p:grpSpPr>
          <a:xfrm>
            <a:off x="328296" y="0"/>
            <a:ext cx="10278998" cy="863600"/>
            <a:chOff x="5310186" y="3281362"/>
            <a:chExt cx="2667993" cy="224154"/>
          </a:xfrm>
        </p:grpSpPr>
        <p:pic>
          <p:nvPicPr>
            <p:cNvPr id="18" name="Google Shape;18;p27"/>
            <p:cNvPicPr preferRelativeResize="0"/>
            <p:nvPr/>
          </p:nvPicPr>
          <p:blipFill rotWithShape="1">
            <a:blip r:embed="rId2">
              <a:alphaModFix/>
            </a:blip>
            <a:srcRect b="36339"/>
            <a:stretch/>
          </p:blipFill>
          <p:spPr>
            <a:xfrm>
              <a:off x="5312824" y="3357562"/>
              <a:ext cx="2619665" cy="142875"/>
            </a:xfrm>
            <a:prstGeom prst="rect">
              <a:avLst/>
            </a:prstGeom>
            <a:noFill/>
            <a:ln>
              <a:noFill/>
            </a:ln>
          </p:spPr>
        </p:pic>
        <p:pic>
          <p:nvPicPr>
            <p:cNvPr id="19" name="Google Shape;19;p27"/>
            <p:cNvPicPr preferRelativeResize="0"/>
            <p:nvPr/>
          </p:nvPicPr>
          <p:blipFill rotWithShape="1">
            <a:blip r:embed="rId3">
              <a:alphaModFix/>
            </a:blip>
            <a:srcRect/>
            <a:stretch/>
          </p:blipFill>
          <p:spPr>
            <a:xfrm>
              <a:off x="7854354" y="3362641"/>
              <a:ext cx="123825" cy="142875"/>
            </a:xfrm>
            <a:prstGeom prst="rect">
              <a:avLst/>
            </a:prstGeom>
            <a:noFill/>
            <a:ln>
              <a:noFill/>
            </a:ln>
          </p:spPr>
        </p:pic>
        <p:pic>
          <p:nvPicPr>
            <p:cNvPr id="20" name="Google Shape;20;p27"/>
            <p:cNvPicPr preferRelativeResize="0"/>
            <p:nvPr/>
          </p:nvPicPr>
          <p:blipFill rotWithShape="1">
            <a:blip r:embed="rId4">
              <a:alphaModFix/>
            </a:blip>
            <a:srcRect/>
            <a:stretch/>
          </p:blipFill>
          <p:spPr>
            <a:xfrm>
              <a:off x="5310186" y="3281362"/>
              <a:ext cx="238125" cy="219075"/>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 name="Google Shape;23;p3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4" name="Google Shape;2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5"/>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3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3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 name="Google Shape;3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36"/>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3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6" name="Google Shape;36;p3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7" name="Google Shape;37;p3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3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3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Google Shape;40;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37"/>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
        <p:cNvGrpSpPr/>
        <p:nvPr/>
      </p:nvGrpSpPr>
      <p:grpSpPr>
        <a:xfrm>
          <a:off x="0" y="0"/>
          <a:ext cx="0" cy="0"/>
          <a:chOff x="0" y="0"/>
          <a:chExt cx="0" cy="0"/>
        </a:xfrm>
      </p:grpSpPr>
      <p:sp>
        <p:nvSpPr>
          <p:cNvPr id="44" name="Google Shape;44;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5" name="Google Shape;45;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47" name="Google Shape;47;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38"/>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0"/>
        <p:cNvGrpSpPr/>
        <p:nvPr/>
      </p:nvGrpSpPr>
      <p:grpSpPr>
        <a:xfrm>
          <a:off x="0" y="0"/>
          <a:ext cx="0" cy="0"/>
          <a:chOff x="0" y="0"/>
          <a:chExt cx="0" cy="0"/>
        </a:xfrm>
      </p:grpSpPr>
      <p:sp>
        <p:nvSpPr>
          <p:cNvPr id="51" name="Google Shape;51;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39"/>
          <p:cNvSpPr>
            <a:spLocks noGrp="1"/>
          </p:cNvSpPr>
          <p:nvPr>
            <p:ph type="pic" idx="2"/>
          </p:nvPr>
        </p:nvSpPr>
        <p:spPr>
          <a:xfrm>
            <a:off x="5183188" y="987425"/>
            <a:ext cx="6172200" cy="4873625"/>
          </a:xfrm>
          <a:prstGeom prst="rect">
            <a:avLst/>
          </a:prstGeom>
          <a:noFill/>
          <a:ln>
            <a:noFill/>
          </a:ln>
        </p:spPr>
      </p:sp>
      <p:sp>
        <p:nvSpPr>
          <p:cNvPr id="53" name="Google Shape;53;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4" name="Google Shape;54;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39"/>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7"/>
        <p:cNvGrpSpPr/>
        <p:nvPr/>
      </p:nvGrpSpPr>
      <p:grpSpPr>
        <a:xfrm>
          <a:off x="0" y="0"/>
          <a:ext cx="0" cy="0"/>
          <a:chOff x="0" y="0"/>
          <a:chExt cx="0" cy="0"/>
        </a:xfrm>
      </p:grpSpPr>
      <p:sp>
        <p:nvSpPr>
          <p:cNvPr id="58" name="Google Shape;58;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0" name="Google Shape;60;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40"/>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3"/>
        <p:cNvGrpSpPr/>
        <p:nvPr/>
      </p:nvGrpSpPr>
      <p:grpSpPr>
        <a:xfrm>
          <a:off x="0" y="0"/>
          <a:ext cx="0" cy="0"/>
          <a:chOff x="0" y="0"/>
          <a:chExt cx="0" cy="0"/>
        </a:xfrm>
      </p:grpSpPr>
      <p:sp>
        <p:nvSpPr>
          <p:cNvPr id="64" name="Google Shape;64;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6" name="Google Shape;66;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41"/>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6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0"/>
        <p:cNvGrpSpPr/>
        <p:nvPr/>
      </p:nvGrpSpPr>
      <p:grpSpPr>
        <a:xfrm>
          <a:off x="0" y="0"/>
          <a:ext cx="0" cy="0"/>
          <a:chOff x="0" y="0"/>
          <a:chExt cx="0" cy="0"/>
        </a:xfrm>
      </p:grpSpPr>
      <p:grpSp>
        <p:nvGrpSpPr>
          <p:cNvPr id="71" name="Google Shape;71;p43"/>
          <p:cNvGrpSpPr/>
          <p:nvPr/>
        </p:nvGrpSpPr>
        <p:grpSpPr>
          <a:xfrm>
            <a:off x="328296" y="0"/>
            <a:ext cx="10278998" cy="863600"/>
            <a:chOff x="5310186" y="3281362"/>
            <a:chExt cx="2667993" cy="224154"/>
          </a:xfrm>
        </p:grpSpPr>
        <p:pic>
          <p:nvPicPr>
            <p:cNvPr id="72" name="Google Shape;72;p43"/>
            <p:cNvPicPr preferRelativeResize="0"/>
            <p:nvPr/>
          </p:nvPicPr>
          <p:blipFill rotWithShape="1">
            <a:blip r:embed="rId2">
              <a:alphaModFix/>
            </a:blip>
            <a:srcRect b="36339"/>
            <a:stretch/>
          </p:blipFill>
          <p:spPr>
            <a:xfrm>
              <a:off x="5312824" y="3357562"/>
              <a:ext cx="2619665" cy="142875"/>
            </a:xfrm>
            <a:prstGeom prst="rect">
              <a:avLst/>
            </a:prstGeom>
            <a:noFill/>
            <a:ln>
              <a:noFill/>
            </a:ln>
          </p:spPr>
        </p:pic>
        <p:pic>
          <p:nvPicPr>
            <p:cNvPr id="73" name="Google Shape;73;p43"/>
            <p:cNvPicPr preferRelativeResize="0"/>
            <p:nvPr/>
          </p:nvPicPr>
          <p:blipFill rotWithShape="1">
            <a:blip r:embed="rId3">
              <a:alphaModFix/>
            </a:blip>
            <a:srcRect/>
            <a:stretch/>
          </p:blipFill>
          <p:spPr>
            <a:xfrm>
              <a:off x="7854354" y="3362641"/>
              <a:ext cx="123825" cy="142875"/>
            </a:xfrm>
            <a:prstGeom prst="rect">
              <a:avLst/>
            </a:prstGeom>
            <a:noFill/>
            <a:ln>
              <a:noFill/>
            </a:ln>
          </p:spPr>
        </p:pic>
        <p:pic>
          <p:nvPicPr>
            <p:cNvPr id="74" name="Google Shape;74;p43"/>
            <p:cNvPicPr preferRelativeResize="0"/>
            <p:nvPr/>
          </p:nvPicPr>
          <p:blipFill rotWithShape="1">
            <a:blip r:embed="rId4">
              <a:alphaModFix/>
            </a:blip>
            <a:srcRect/>
            <a:stretch/>
          </p:blipFill>
          <p:spPr>
            <a:xfrm>
              <a:off x="5310186" y="3281362"/>
              <a:ext cx="238125" cy="21907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7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76"/>
        <p:cNvGrpSpPr/>
        <p:nvPr/>
      </p:nvGrpSpPr>
      <p:grpSpPr>
        <a:xfrm>
          <a:off x="0" y="0"/>
          <a:ext cx="0" cy="0"/>
          <a:chOff x="0" y="0"/>
          <a:chExt cx="0" cy="0"/>
        </a:xfrm>
      </p:grpSpPr>
      <p:grpSp>
        <p:nvGrpSpPr>
          <p:cNvPr id="77" name="Google Shape;77;p45"/>
          <p:cNvGrpSpPr/>
          <p:nvPr/>
        </p:nvGrpSpPr>
        <p:grpSpPr>
          <a:xfrm>
            <a:off x="328295" y="0"/>
            <a:ext cx="9524414" cy="863600"/>
            <a:chOff x="5310186" y="3281362"/>
            <a:chExt cx="2472135" cy="224154"/>
          </a:xfrm>
        </p:grpSpPr>
        <p:pic>
          <p:nvPicPr>
            <p:cNvPr id="78" name="Google Shape;78;p45"/>
            <p:cNvPicPr preferRelativeResize="0"/>
            <p:nvPr/>
          </p:nvPicPr>
          <p:blipFill rotWithShape="1">
            <a:blip r:embed="rId2">
              <a:alphaModFix/>
            </a:blip>
            <a:srcRect b="36339"/>
            <a:stretch/>
          </p:blipFill>
          <p:spPr>
            <a:xfrm>
              <a:off x="5312824" y="3357562"/>
              <a:ext cx="2409823" cy="142875"/>
            </a:xfrm>
            <a:prstGeom prst="rect">
              <a:avLst/>
            </a:prstGeom>
            <a:noFill/>
            <a:ln>
              <a:noFill/>
            </a:ln>
          </p:spPr>
        </p:pic>
        <p:pic>
          <p:nvPicPr>
            <p:cNvPr id="79" name="Google Shape;79;p45"/>
            <p:cNvPicPr preferRelativeResize="0"/>
            <p:nvPr/>
          </p:nvPicPr>
          <p:blipFill rotWithShape="1">
            <a:blip r:embed="rId3">
              <a:alphaModFix/>
            </a:blip>
            <a:srcRect/>
            <a:stretch/>
          </p:blipFill>
          <p:spPr>
            <a:xfrm>
              <a:off x="7658496" y="3362641"/>
              <a:ext cx="123825" cy="142875"/>
            </a:xfrm>
            <a:prstGeom prst="rect">
              <a:avLst/>
            </a:prstGeom>
            <a:noFill/>
            <a:ln>
              <a:noFill/>
            </a:ln>
          </p:spPr>
        </p:pic>
        <p:pic>
          <p:nvPicPr>
            <p:cNvPr id="80" name="Google Shape;80;p45"/>
            <p:cNvPicPr preferRelativeResize="0"/>
            <p:nvPr/>
          </p:nvPicPr>
          <p:blipFill rotWithShape="1">
            <a:blip r:embed="rId4">
              <a:alphaModFix/>
            </a:blip>
            <a:srcRect/>
            <a:stretch/>
          </p:blipFill>
          <p:spPr>
            <a:xfrm>
              <a:off x="5310186" y="3281362"/>
              <a:ext cx="238125" cy="219075"/>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81"/>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End Slide">
  <p:cSld name="End Slide">
    <p:spTree>
      <p:nvGrpSpPr>
        <p:cNvPr id="1" name="Shape 82"/>
        <p:cNvGrpSpPr/>
        <p:nvPr/>
      </p:nvGrpSpPr>
      <p:grpSpPr>
        <a:xfrm>
          <a:off x="0" y="0"/>
          <a:ext cx="0" cy="0"/>
          <a:chOff x="0" y="0"/>
          <a:chExt cx="0" cy="0"/>
        </a:xfrm>
      </p:grpSpPr>
      <p:pic>
        <p:nvPicPr>
          <p:cNvPr id="83" name="Google Shape;83;p4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4" name="Google Shape;84;p47"/>
          <p:cNvSpPr/>
          <p:nvPr/>
        </p:nvSpPr>
        <p:spPr>
          <a:xfrm>
            <a:off x="214009" y="116732"/>
            <a:ext cx="1186774" cy="1089498"/>
          </a:xfrm>
          <a:prstGeom prst="rect">
            <a:avLst/>
          </a:prstGeom>
          <a:solidFill>
            <a:srgbClr val="161F4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 name="Google Shape;85;p47"/>
          <p:cNvSpPr/>
          <p:nvPr/>
        </p:nvSpPr>
        <p:spPr>
          <a:xfrm>
            <a:off x="0" y="0"/>
            <a:ext cx="12192000" cy="6913993"/>
          </a:xfrm>
          <a:prstGeom prst="rect">
            <a:avLst/>
          </a:prstGeom>
          <a:solidFill>
            <a:schemeClr val="dk2">
              <a:alpha val="60000"/>
            </a:schemeClr>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Title Slide" type="title">
  <p:cSld name="TITLE">
    <p:spTree>
      <p:nvGrpSpPr>
        <p:cNvPr id="1" name="Shape 86"/>
        <p:cNvGrpSpPr/>
        <p:nvPr/>
      </p:nvGrpSpPr>
      <p:grpSpPr>
        <a:xfrm>
          <a:off x="0" y="0"/>
          <a:ext cx="0" cy="0"/>
          <a:chOff x="0" y="0"/>
          <a:chExt cx="0" cy="0"/>
        </a:xfrm>
      </p:grpSpPr>
      <p:sp>
        <p:nvSpPr>
          <p:cNvPr id="87" name="Google Shape;87;p4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8" name="Google Shape;88;p4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89" name="Google Shape;89;p48"/>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48"/>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48"/>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92"/>
        <p:cNvGrpSpPr/>
        <p:nvPr/>
      </p:nvGrpSpPr>
      <p:grpSpPr>
        <a:xfrm>
          <a:off x="0" y="0"/>
          <a:ext cx="0" cy="0"/>
          <a:chOff x="0" y="0"/>
          <a:chExt cx="0" cy="0"/>
        </a:xfrm>
      </p:grpSpPr>
      <p:pic>
        <p:nvPicPr>
          <p:cNvPr id="93" name="Google Shape;93;p49"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94" name="Google Shape;94;p49"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_Agenda slide layout">
  <p:cSld name="3_Agenda slide layout">
    <p:spTree>
      <p:nvGrpSpPr>
        <p:cNvPr id="1" name="Shape 104"/>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5"/>
        <p:cNvGrpSpPr/>
        <p:nvPr/>
      </p:nvGrpSpPr>
      <p:grpSpPr>
        <a:xfrm>
          <a:off x="0" y="0"/>
          <a:ext cx="0" cy="0"/>
          <a:chOff x="0" y="0"/>
          <a:chExt cx="0" cy="0"/>
        </a:xfrm>
      </p:grpSpPr>
      <p:sp>
        <p:nvSpPr>
          <p:cNvPr id="106" name="Google Shape;106;p62"/>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7"/>
        <p:cNvGrpSpPr/>
        <p:nvPr/>
      </p:nvGrpSpPr>
      <p:grpSpPr>
        <a:xfrm>
          <a:off x="0" y="0"/>
          <a:ext cx="0" cy="0"/>
          <a:chOff x="0" y="0"/>
          <a:chExt cx="0" cy="0"/>
        </a:xfrm>
      </p:grpSpPr>
      <p:sp>
        <p:nvSpPr>
          <p:cNvPr id="108" name="Google Shape;108;p63"/>
          <p:cNvSpPr txBox="1">
            <a:spLocks noGrp="1"/>
          </p:cNvSpPr>
          <p:nvPr>
            <p:ph type="ctrTitle"/>
          </p:nvPr>
        </p:nvSpPr>
        <p:spPr>
          <a:xfrm>
            <a:off x="1524489" y="1122363"/>
            <a:ext cx="9143023" cy="2387600"/>
          </a:xfrm>
          <a:prstGeom prst="rect">
            <a:avLst/>
          </a:prstGeom>
          <a:noFill/>
          <a:ln>
            <a:noFill/>
          </a:ln>
        </p:spPr>
        <p:txBody>
          <a:bodyPr spcFirstLastPara="1" wrap="square" lIns="90000" tIns="46800" rIns="90000" bIns="46800" anchor="b"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9" name="Google Shape;109;p63"/>
          <p:cNvSpPr txBox="1">
            <a:spLocks noGrp="1"/>
          </p:cNvSpPr>
          <p:nvPr>
            <p:ph type="subTitle" idx="1"/>
          </p:nvPr>
        </p:nvSpPr>
        <p:spPr>
          <a:xfrm>
            <a:off x="1524489" y="3602038"/>
            <a:ext cx="9143023" cy="1655762"/>
          </a:xfrm>
          <a:prstGeom prst="rect">
            <a:avLst/>
          </a:prstGeom>
          <a:noFill/>
          <a:ln>
            <a:noFill/>
          </a:ln>
        </p:spPr>
        <p:txBody>
          <a:bodyPr spcFirstLastPara="1" wrap="square" lIns="90000" tIns="46800" rIns="90000" bIns="46800" anchor="t" anchorCtr="0">
            <a:noAutofit/>
          </a:bodyPr>
          <a:lstStyle>
            <a:lvl1pPr lvl="0" algn="ctr">
              <a:lnSpc>
                <a:spcPct val="90000"/>
              </a:lnSpc>
              <a:spcBef>
                <a:spcPts val="815"/>
              </a:spcBef>
              <a:spcAft>
                <a:spcPts val="0"/>
              </a:spcAft>
              <a:buSzPts val="2400"/>
              <a:buNone/>
              <a:defRPr sz="2400"/>
            </a:lvl1pPr>
            <a:lvl2pPr lvl="1" algn="ctr">
              <a:lnSpc>
                <a:spcPct val="90000"/>
              </a:lnSpc>
              <a:spcBef>
                <a:spcPts val="400"/>
              </a:spcBef>
              <a:spcAft>
                <a:spcPts val="0"/>
              </a:spcAft>
              <a:buSzPts val="2000"/>
              <a:buNone/>
              <a:defRPr sz="20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10" name="Google Shape;110;p63"/>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64"/>
          <p:cNvSpPr txBox="1">
            <a:spLocks noGrp="1"/>
          </p:cNvSpPr>
          <p:nvPr>
            <p:ph type="title"/>
          </p:nvPr>
        </p:nvSpPr>
        <p:spPr>
          <a:xfrm>
            <a:off x="832605" y="1709739"/>
            <a:ext cx="10515063" cy="2852737"/>
          </a:xfrm>
          <a:prstGeom prst="rect">
            <a:avLst/>
          </a:prstGeom>
          <a:noFill/>
          <a:ln>
            <a:noFill/>
          </a:ln>
        </p:spPr>
        <p:txBody>
          <a:bodyPr spcFirstLastPara="1" wrap="square" lIns="90000" tIns="46800" rIns="90000" bIns="46800" anchor="b" anchorCtr="0">
            <a:no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3" name="Google Shape;113;p64"/>
          <p:cNvSpPr txBox="1">
            <a:spLocks noGrp="1"/>
          </p:cNvSpPr>
          <p:nvPr>
            <p:ph type="body" idx="1"/>
          </p:nvPr>
        </p:nvSpPr>
        <p:spPr>
          <a:xfrm>
            <a:off x="832605" y="4589464"/>
            <a:ext cx="10515063" cy="1500187"/>
          </a:xfrm>
          <a:prstGeom prst="rect">
            <a:avLst/>
          </a:prstGeom>
          <a:noFill/>
          <a:ln>
            <a:noFill/>
          </a:ln>
        </p:spPr>
        <p:txBody>
          <a:bodyPr spcFirstLastPara="1" wrap="square" lIns="90000" tIns="46800" rIns="90000" bIns="46800" anchor="t" anchorCtr="0">
            <a:noAutofit/>
          </a:bodyPr>
          <a:lstStyle>
            <a:lvl1pPr marL="457200" lvl="0" indent="-228600" algn="l">
              <a:lnSpc>
                <a:spcPct val="90000"/>
              </a:lnSpc>
              <a:spcBef>
                <a:spcPts val="815"/>
              </a:spcBef>
              <a:spcAft>
                <a:spcPts val="0"/>
              </a:spcAft>
              <a:buSzPts val="2400"/>
              <a:buNone/>
              <a:defRPr sz="2400"/>
            </a:lvl1pPr>
            <a:lvl2pPr marL="914400" lvl="1" indent="-228600" algn="l">
              <a:lnSpc>
                <a:spcPct val="90000"/>
              </a:lnSpc>
              <a:spcBef>
                <a:spcPts val="400"/>
              </a:spcBef>
              <a:spcAft>
                <a:spcPts val="0"/>
              </a:spcAft>
              <a:buSzPts val="2000"/>
              <a:buNone/>
              <a:defRPr sz="2000"/>
            </a:lvl2pPr>
            <a:lvl3pPr marL="1371600" lvl="2" indent="-228600" algn="l">
              <a:lnSpc>
                <a:spcPct val="90000"/>
              </a:lnSpc>
              <a:spcBef>
                <a:spcPts val="400"/>
              </a:spcBef>
              <a:spcAft>
                <a:spcPts val="0"/>
              </a:spcAft>
              <a:buSzPts val="1800"/>
              <a:buNone/>
              <a:defRPr sz="1800"/>
            </a:lvl3pPr>
            <a:lvl4pPr marL="1828800" lvl="3" indent="-228600" algn="l">
              <a:lnSpc>
                <a:spcPct val="90000"/>
              </a:lnSpc>
              <a:spcBef>
                <a:spcPts val="400"/>
              </a:spcBef>
              <a:spcAft>
                <a:spcPts val="0"/>
              </a:spcAft>
              <a:buSzPts val="1600"/>
              <a:buNone/>
              <a:defRPr sz="1600"/>
            </a:lvl4pPr>
            <a:lvl5pPr marL="2286000" lvl="4" indent="-228600" algn="l">
              <a:lnSpc>
                <a:spcPct val="90000"/>
              </a:lnSpc>
              <a:spcBef>
                <a:spcPts val="400"/>
              </a:spcBef>
              <a:spcAft>
                <a:spcPts val="0"/>
              </a:spcAft>
              <a:buSzPts val="1600"/>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114" name="Google Shape;114;p64"/>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5"/>
        <p:cNvGrpSpPr/>
        <p:nvPr/>
      </p:nvGrpSpPr>
      <p:grpSpPr>
        <a:xfrm>
          <a:off x="0" y="0"/>
          <a:ext cx="0" cy="0"/>
          <a:chOff x="0" y="0"/>
          <a:chExt cx="0" cy="0"/>
        </a:xfrm>
      </p:grpSpPr>
      <p:sp>
        <p:nvSpPr>
          <p:cNvPr id="116" name="Google Shape;116;p65"/>
          <p:cNvSpPr txBox="1">
            <a:spLocks noGrp="1"/>
          </p:cNvSpPr>
          <p:nvPr>
            <p:ph type="title"/>
          </p:nvPr>
        </p:nvSpPr>
        <p:spPr>
          <a:xfrm>
            <a:off x="1123823" y="254000"/>
            <a:ext cx="10227754" cy="431800"/>
          </a:xfrm>
          <a:prstGeom prst="rect">
            <a:avLst/>
          </a:prstGeom>
          <a:noFill/>
          <a:ln>
            <a:noFill/>
          </a:ln>
        </p:spPr>
        <p:txBody>
          <a:bodyPr spcFirstLastPara="1" wrap="square" lIns="90000" tIns="46800" rIns="90000" bIns="468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65"/>
          <p:cNvSpPr txBox="1">
            <a:spLocks noGrp="1"/>
          </p:cNvSpPr>
          <p:nvPr>
            <p:ph type="body" idx="1"/>
          </p:nvPr>
        </p:nvSpPr>
        <p:spPr>
          <a:xfrm>
            <a:off x="467119" y="1066801"/>
            <a:ext cx="5533113" cy="5108575"/>
          </a:xfrm>
          <a:prstGeom prst="rect">
            <a:avLst/>
          </a:prstGeom>
          <a:noFill/>
          <a:ln>
            <a:noFill/>
          </a:ln>
        </p:spPr>
        <p:txBody>
          <a:bodyPr spcFirstLastPara="1" wrap="square" lIns="90000" tIns="46800" rIns="90000" bIns="46800" anchor="t" anchorCtr="0">
            <a:noAutofit/>
          </a:bodyPr>
          <a:lstStyle>
            <a:lvl1pPr marL="457200" lvl="0" indent="-342900" algn="l">
              <a:lnSpc>
                <a:spcPct val="90000"/>
              </a:lnSpc>
              <a:spcBef>
                <a:spcPts val="815"/>
              </a:spcBef>
              <a:spcAft>
                <a:spcPts val="0"/>
              </a:spcAft>
              <a:buSzPts val="1800"/>
              <a:buChar char="●"/>
              <a:defRPr/>
            </a:lvl1pPr>
            <a:lvl2pPr marL="914400" lvl="1" indent="-342900" algn="l">
              <a:lnSpc>
                <a:spcPct val="90000"/>
              </a:lnSpc>
              <a:spcBef>
                <a:spcPts val="4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228600" algn="l">
              <a:lnSpc>
                <a:spcPct val="90000"/>
              </a:lnSpc>
              <a:spcBef>
                <a:spcPts val="400"/>
              </a:spcBef>
              <a:spcAft>
                <a:spcPts val="0"/>
              </a:spcAft>
              <a:buSzPts val="1400"/>
              <a:buNone/>
              <a:defRPr/>
            </a:lvl4pPr>
            <a:lvl5pPr marL="2286000" lvl="4" indent="-228600" algn="l">
              <a:lnSpc>
                <a:spcPct val="90000"/>
              </a:lnSpc>
              <a:spcBef>
                <a:spcPts val="4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65"/>
          <p:cNvSpPr txBox="1">
            <a:spLocks noGrp="1"/>
          </p:cNvSpPr>
          <p:nvPr>
            <p:ph type="body" idx="2"/>
          </p:nvPr>
        </p:nvSpPr>
        <p:spPr>
          <a:xfrm>
            <a:off x="6187861" y="1066801"/>
            <a:ext cx="5537020" cy="5108575"/>
          </a:xfrm>
          <a:prstGeom prst="rect">
            <a:avLst/>
          </a:prstGeom>
          <a:noFill/>
          <a:ln>
            <a:noFill/>
          </a:ln>
        </p:spPr>
        <p:txBody>
          <a:bodyPr spcFirstLastPara="1" wrap="square" lIns="90000" tIns="46800" rIns="90000" bIns="46800" anchor="t" anchorCtr="0">
            <a:noAutofit/>
          </a:bodyPr>
          <a:lstStyle>
            <a:lvl1pPr marL="457200" lvl="0" indent="-342900" algn="l">
              <a:lnSpc>
                <a:spcPct val="90000"/>
              </a:lnSpc>
              <a:spcBef>
                <a:spcPts val="815"/>
              </a:spcBef>
              <a:spcAft>
                <a:spcPts val="0"/>
              </a:spcAft>
              <a:buSzPts val="1800"/>
              <a:buChar char="●"/>
              <a:defRPr/>
            </a:lvl1pPr>
            <a:lvl2pPr marL="914400" lvl="1" indent="-342900" algn="l">
              <a:lnSpc>
                <a:spcPct val="90000"/>
              </a:lnSpc>
              <a:spcBef>
                <a:spcPts val="4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228600" algn="l">
              <a:lnSpc>
                <a:spcPct val="90000"/>
              </a:lnSpc>
              <a:spcBef>
                <a:spcPts val="400"/>
              </a:spcBef>
              <a:spcAft>
                <a:spcPts val="0"/>
              </a:spcAft>
              <a:buSzPts val="1400"/>
              <a:buNone/>
              <a:defRPr/>
            </a:lvl4pPr>
            <a:lvl5pPr marL="2286000" lvl="4" indent="-228600" algn="l">
              <a:lnSpc>
                <a:spcPct val="90000"/>
              </a:lnSpc>
              <a:spcBef>
                <a:spcPts val="4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65"/>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0"/>
        <p:cNvGrpSpPr/>
        <p:nvPr/>
      </p:nvGrpSpPr>
      <p:grpSpPr>
        <a:xfrm>
          <a:off x="0" y="0"/>
          <a:ext cx="0" cy="0"/>
          <a:chOff x="0" y="0"/>
          <a:chExt cx="0" cy="0"/>
        </a:xfrm>
      </p:grpSpPr>
      <p:sp>
        <p:nvSpPr>
          <p:cNvPr id="121" name="Google Shape;121;p66"/>
          <p:cNvSpPr txBox="1">
            <a:spLocks noGrp="1"/>
          </p:cNvSpPr>
          <p:nvPr>
            <p:ph type="body" idx="1"/>
          </p:nvPr>
        </p:nvSpPr>
        <p:spPr>
          <a:xfrm>
            <a:off x="467120" y="1066800"/>
            <a:ext cx="5531157" cy="762001"/>
          </a:xfrm>
          <a:prstGeom prst="rect">
            <a:avLst/>
          </a:prstGeom>
          <a:noFill/>
          <a:ln>
            <a:noFill/>
          </a:ln>
        </p:spPr>
        <p:txBody>
          <a:bodyPr spcFirstLastPara="1" wrap="square" lIns="90000" tIns="46800" rIns="90000" bIns="46800" anchor="b" anchorCtr="0">
            <a:noAutofit/>
          </a:bodyPr>
          <a:lstStyle>
            <a:lvl1pPr marL="457200" lvl="0" indent="-228600" algn="l">
              <a:lnSpc>
                <a:spcPct val="90000"/>
              </a:lnSpc>
              <a:spcBef>
                <a:spcPts val="815"/>
              </a:spcBef>
              <a:spcAft>
                <a:spcPts val="0"/>
              </a:spcAft>
              <a:buSzPts val="1800"/>
              <a:buNone/>
              <a:defRPr sz="1800" b="1"/>
            </a:lvl1pPr>
            <a:lvl2pPr marL="914400" lvl="1" indent="-228600" algn="l">
              <a:lnSpc>
                <a:spcPct val="90000"/>
              </a:lnSpc>
              <a:spcBef>
                <a:spcPts val="4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2" name="Google Shape;122;p66"/>
          <p:cNvSpPr txBox="1">
            <a:spLocks noGrp="1"/>
          </p:cNvSpPr>
          <p:nvPr>
            <p:ph type="body" idx="2"/>
          </p:nvPr>
        </p:nvSpPr>
        <p:spPr>
          <a:xfrm>
            <a:off x="467119" y="1828802"/>
            <a:ext cx="5531159" cy="4360862"/>
          </a:xfrm>
          <a:prstGeom prst="rect">
            <a:avLst/>
          </a:prstGeom>
          <a:noFill/>
          <a:ln>
            <a:noFill/>
          </a:ln>
        </p:spPr>
        <p:txBody>
          <a:bodyPr spcFirstLastPara="1" wrap="square" lIns="90000" tIns="46800" rIns="90000" bIns="46800" anchor="t" anchorCtr="0">
            <a:noAutofit/>
          </a:bodyPr>
          <a:lstStyle>
            <a:lvl1pPr marL="457200" lvl="0" indent="-342900" algn="l">
              <a:lnSpc>
                <a:spcPct val="90000"/>
              </a:lnSpc>
              <a:spcBef>
                <a:spcPts val="815"/>
              </a:spcBef>
              <a:spcAft>
                <a:spcPts val="0"/>
              </a:spcAft>
              <a:buSzPts val="1800"/>
              <a:buChar char="●"/>
              <a:defRPr/>
            </a:lvl1pPr>
            <a:lvl2pPr marL="914400" lvl="1" indent="-342900" algn="l">
              <a:lnSpc>
                <a:spcPct val="90000"/>
              </a:lnSpc>
              <a:spcBef>
                <a:spcPts val="4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228600" algn="l">
              <a:lnSpc>
                <a:spcPct val="90000"/>
              </a:lnSpc>
              <a:spcBef>
                <a:spcPts val="400"/>
              </a:spcBef>
              <a:spcAft>
                <a:spcPts val="0"/>
              </a:spcAft>
              <a:buSzPts val="1400"/>
              <a:buNone/>
              <a:defRPr/>
            </a:lvl4pPr>
            <a:lvl5pPr marL="2286000" lvl="4" indent="-228600" algn="l">
              <a:lnSpc>
                <a:spcPct val="90000"/>
              </a:lnSpc>
              <a:spcBef>
                <a:spcPts val="4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66"/>
          <p:cNvSpPr txBox="1">
            <a:spLocks noGrp="1"/>
          </p:cNvSpPr>
          <p:nvPr>
            <p:ph type="body" idx="3"/>
          </p:nvPr>
        </p:nvSpPr>
        <p:spPr>
          <a:xfrm>
            <a:off x="6172224" y="1066799"/>
            <a:ext cx="5552655" cy="762002"/>
          </a:xfrm>
          <a:prstGeom prst="rect">
            <a:avLst/>
          </a:prstGeom>
          <a:noFill/>
          <a:ln>
            <a:noFill/>
          </a:ln>
        </p:spPr>
        <p:txBody>
          <a:bodyPr spcFirstLastPara="1" wrap="square" lIns="90000" tIns="46800" rIns="90000" bIns="46800" anchor="b" anchorCtr="0">
            <a:noAutofit/>
          </a:bodyPr>
          <a:lstStyle>
            <a:lvl1pPr marL="457200" lvl="0" indent="-228600" algn="l">
              <a:lnSpc>
                <a:spcPct val="90000"/>
              </a:lnSpc>
              <a:spcBef>
                <a:spcPts val="815"/>
              </a:spcBef>
              <a:spcAft>
                <a:spcPts val="0"/>
              </a:spcAft>
              <a:buSzPts val="1800"/>
              <a:buNone/>
              <a:defRPr sz="1800" b="1"/>
            </a:lvl1pPr>
            <a:lvl2pPr marL="914400" lvl="1" indent="-228600" algn="l">
              <a:lnSpc>
                <a:spcPct val="90000"/>
              </a:lnSpc>
              <a:spcBef>
                <a:spcPts val="4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4" name="Google Shape;124;p66"/>
          <p:cNvSpPr txBox="1">
            <a:spLocks noGrp="1"/>
          </p:cNvSpPr>
          <p:nvPr>
            <p:ph type="body" idx="4"/>
          </p:nvPr>
        </p:nvSpPr>
        <p:spPr>
          <a:xfrm>
            <a:off x="6172224" y="1828801"/>
            <a:ext cx="5552656" cy="4360862"/>
          </a:xfrm>
          <a:prstGeom prst="rect">
            <a:avLst/>
          </a:prstGeom>
          <a:noFill/>
          <a:ln>
            <a:noFill/>
          </a:ln>
        </p:spPr>
        <p:txBody>
          <a:bodyPr spcFirstLastPara="1" wrap="square" lIns="90000" tIns="46800" rIns="90000" bIns="46800" anchor="t" anchorCtr="0">
            <a:noAutofit/>
          </a:bodyPr>
          <a:lstStyle>
            <a:lvl1pPr marL="457200" lvl="0" indent="-342900" algn="l">
              <a:lnSpc>
                <a:spcPct val="90000"/>
              </a:lnSpc>
              <a:spcBef>
                <a:spcPts val="815"/>
              </a:spcBef>
              <a:spcAft>
                <a:spcPts val="0"/>
              </a:spcAft>
              <a:buSzPts val="1800"/>
              <a:buChar char="●"/>
              <a:defRPr/>
            </a:lvl1pPr>
            <a:lvl2pPr marL="914400" lvl="1" indent="-342900" algn="l">
              <a:lnSpc>
                <a:spcPct val="90000"/>
              </a:lnSpc>
              <a:spcBef>
                <a:spcPts val="4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228600" algn="l">
              <a:lnSpc>
                <a:spcPct val="90000"/>
              </a:lnSpc>
              <a:spcBef>
                <a:spcPts val="400"/>
              </a:spcBef>
              <a:spcAft>
                <a:spcPts val="0"/>
              </a:spcAft>
              <a:buSzPts val="1400"/>
              <a:buNone/>
              <a:defRPr/>
            </a:lvl4pPr>
            <a:lvl5pPr marL="2286000" lvl="4" indent="-228600" algn="l">
              <a:lnSpc>
                <a:spcPct val="90000"/>
              </a:lnSpc>
              <a:spcBef>
                <a:spcPts val="4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66"/>
          <p:cNvSpPr txBox="1">
            <a:spLocks noGrp="1"/>
          </p:cNvSpPr>
          <p:nvPr>
            <p:ph type="title"/>
          </p:nvPr>
        </p:nvSpPr>
        <p:spPr>
          <a:xfrm>
            <a:off x="1123823" y="254000"/>
            <a:ext cx="10227754" cy="431800"/>
          </a:xfrm>
          <a:prstGeom prst="rect">
            <a:avLst/>
          </a:prstGeom>
          <a:noFill/>
          <a:ln>
            <a:noFill/>
          </a:ln>
        </p:spPr>
        <p:txBody>
          <a:bodyPr spcFirstLastPara="1" wrap="square" lIns="90000" tIns="46800" rIns="90000" bIns="468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66"/>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7"/>
        <p:cNvGrpSpPr/>
        <p:nvPr/>
      </p:nvGrpSpPr>
      <p:grpSpPr>
        <a:xfrm>
          <a:off x="0" y="0"/>
          <a:ext cx="0" cy="0"/>
          <a:chOff x="0" y="0"/>
          <a:chExt cx="0" cy="0"/>
        </a:xfrm>
      </p:grpSpPr>
      <p:sp>
        <p:nvSpPr>
          <p:cNvPr id="128" name="Google Shape;128;p67"/>
          <p:cNvSpPr txBox="1">
            <a:spLocks noGrp="1"/>
          </p:cNvSpPr>
          <p:nvPr>
            <p:ph type="title"/>
          </p:nvPr>
        </p:nvSpPr>
        <p:spPr>
          <a:xfrm>
            <a:off x="467119" y="1066801"/>
            <a:ext cx="4305704" cy="990599"/>
          </a:xfrm>
          <a:prstGeom prst="rect">
            <a:avLst/>
          </a:prstGeom>
          <a:noFill/>
          <a:ln>
            <a:noFill/>
          </a:ln>
        </p:spPr>
        <p:txBody>
          <a:bodyPr spcFirstLastPara="1" wrap="square" lIns="90000" tIns="46800" rIns="90000" bIns="468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9" name="Google Shape;129;p67"/>
          <p:cNvSpPr txBox="1">
            <a:spLocks noGrp="1"/>
          </p:cNvSpPr>
          <p:nvPr>
            <p:ph type="body" idx="1"/>
          </p:nvPr>
        </p:nvSpPr>
        <p:spPr>
          <a:xfrm>
            <a:off x="5183261" y="1066800"/>
            <a:ext cx="6541619" cy="5105400"/>
          </a:xfrm>
          <a:prstGeom prst="rect">
            <a:avLst/>
          </a:prstGeom>
          <a:noFill/>
          <a:ln>
            <a:noFill/>
          </a:ln>
        </p:spPr>
        <p:txBody>
          <a:bodyPr spcFirstLastPara="1" wrap="square" lIns="90000" tIns="46800" rIns="90000" bIns="46800" anchor="t" anchorCtr="0">
            <a:noAutofit/>
          </a:bodyPr>
          <a:lstStyle>
            <a:lvl1pPr marL="457200" lvl="0" indent="-355600" algn="l">
              <a:lnSpc>
                <a:spcPct val="90000"/>
              </a:lnSpc>
              <a:spcBef>
                <a:spcPts val="815"/>
              </a:spcBef>
              <a:spcAft>
                <a:spcPts val="0"/>
              </a:spcAft>
              <a:buSzPts val="2000"/>
              <a:buChar char="●"/>
              <a:defRPr sz="2000"/>
            </a:lvl1pPr>
            <a:lvl2pPr marL="914400" lvl="1" indent="-342900" algn="l">
              <a:lnSpc>
                <a:spcPct val="90000"/>
              </a:lnSpc>
              <a:spcBef>
                <a:spcPts val="400"/>
              </a:spcBef>
              <a:spcAft>
                <a:spcPts val="0"/>
              </a:spcAft>
              <a:buSzPts val="1800"/>
              <a:buChar char="─"/>
              <a:defRPr sz="1800"/>
            </a:lvl2pPr>
            <a:lvl3pPr marL="1371600" lvl="2" indent="-330200" algn="l">
              <a:lnSpc>
                <a:spcPct val="90000"/>
              </a:lnSpc>
              <a:spcBef>
                <a:spcPts val="400"/>
              </a:spcBef>
              <a:spcAft>
                <a:spcPts val="0"/>
              </a:spcAft>
              <a:buSzPts val="1600"/>
              <a:buChar char="▪"/>
              <a:defRPr sz="1600"/>
            </a:lvl3pPr>
            <a:lvl4pPr marL="1828800" lvl="3" indent="-228600" algn="l">
              <a:lnSpc>
                <a:spcPct val="90000"/>
              </a:lnSpc>
              <a:spcBef>
                <a:spcPts val="400"/>
              </a:spcBef>
              <a:spcAft>
                <a:spcPts val="0"/>
              </a:spcAft>
              <a:buSzPts val="1400"/>
              <a:buNone/>
              <a:defRPr sz="1400"/>
            </a:lvl4pPr>
            <a:lvl5pPr marL="2286000" lvl="4" indent="-228600" algn="l">
              <a:lnSpc>
                <a:spcPct val="90000"/>
              </a:lnSpc>
              <a:spcBef>
                <a:spcPts val="400"/>
              </a:spcBef>
              <a:spcAft>
                <a:spcPts val="0"/>
              </a:spcAft>
              <a:buSzPts val="1400"/>
              <a:buNone/>
              <a:defRPr sz="14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0" name="Google Shape;130;p67"/>
          <p:cNvSpPr txBox="1">
            <a:spLocks noGrp="1"/>
          </p:cNvSpPr>
          <p:nvPr>
            <p:ph type="body" idx="2"/>
          </p:nvPr>
        </p:nvSpPr>
        <p:spPr>
          <a:xfrm>
            <a:off x="467119" y="2057400"/>
            <a:ext cx="4305704" cy="4114800"/>
          </a:xfrm>
          <a:prstGeom prst="rect">
            <a:avLst/>
          </a:prstGeom>
          <a:noFill/>
          <a:ln>
            <a:noFill/>
          </a:ln>
        </p:spPr>
        <p:txBody>
          <a:bodyPr spcFirstLastPara="1" wrap="square" lIns="90000" tIns="46800" rIns="90000" bIns="46800" anchor="t" anchorCtr="0">
            <a:noAutofit/>
          </a:bodyPr>
          <a:lstStyle>
            <a:lvl1pPr marL="457200" lvl="0" indent="-228600" algn="l">
              <a:lnSpc>
                <a:spcPct val="90000"/>
              </a:lnSpc>
              <a:spcBef>
                <a:spcPts val="815"/>
              </a:spcBef>
              <a:spcAft>
                <a:spcPts val="0"/>
              </a:spcAft>
              <a:buSzPts val="1600"/>
              <a:buNone/>
              <a:defRPr sz="1600"/>
            </a:lvl1pPr>
            <a:lvl2pPr marL="914400" lvl="1" indent="-228600" algn="l">
              <a:lnSpc>
                <a:spcPct val="90000"/>
              </a:lnSpc>
              <a:spcBef>
                <a:spcPts val="400"/>
              </a:spcBef>
              <a:spcAft>
                <a:spcPts val="0"/>
              </a:spcAft>
              <a:buSzPts val="1400"/>
              <a:buNone/>
              <a:defRPr sz="1400"/>
            </a:lvl2pPr>
            <a:lvl3pPr marL="1371600" lvl="2" indent="-228600" algn="l">
              <a:lnSpc>
                <a:spcPct val="90000"/>
              </a:lnSpc>
              <a:spcBef>
                <a:spcPts val="400"/>
              </a:spcBef>
              <a:spcAft>
                <a:spcPts val="0"/>
              </a:spcAft>
              <a:buSzPts val="1200"/>
              <a:buNone/>
              <a:defRPr sz="1200"/>
            </a:lvl3pPr>
            <a:lvl4pPr marL="1828800" lvl="3" indent="-228600" algn="l">
              <a:lnSpc>
                <a:spcPct val="90000"/>
              </a:lnSpc>
              <a:spcBef>
                <a:spcPts val="400"/>
              </a:spcBef>
              <a:spcAft>
                <a:spcPts val="0"/>
              </a:spcAft>
              <a:buSzPts val="1000"/>
              <a:buNone/>
              <a:defRPr sz="1000"/>
            </a:lvl4pPr>
            <a:lvl5pPr marL="2286000" lvl="4" indent="-228600" algn="l">
              <a:lnSpc>
                <a:spcPct val="90000"/>
              </a:lnSpc>
              <a:spcBef>
                <a:spcPts val="4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1" name="Google Shape;131;p67"/>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2"/>
        <p:cNvGrpSpPr/>
        <p:nvPr/>
      </p:nvGrpSpPr>
      <p:grpSpPr>
        <a:xfrm>
          <a:off x="0" y="0"/>
          <a:ext cx="0" cy="0"/>
          <a:chOff x="0" y="0"/>
          <a:chExt cx="0" cy="0"/>
        </a:xfrm>
      </p:grpSpPr>
      <p:sp>
        <p:nvSpPr>
          <p:cNvPr id="133" name="Google Shape;133;p68"/>
          <p:cNvSpPr txBox="1">
            <a:spLocks noGrp="1"/>
          </p:cNvSpPr>
          <p:nvPr>
            <p:ph type="title"/>
          </p:nvPr>
        </p:nvSpPr>
        <p:spPr>
          <a:xfrm>
            <a:off x="467119" y="987425"/>
            <a:ext cx="4305704" cy="1069975"/>
          </a:xfrm>
          <a:prstGeom prst="rect">
            <a:avLst/>
          </a:prstGeom>
          <a:noFill/>
          <a:ln>
            <a:noFill/>
          </a:ln>
        </p:spPr>
        <p:txBody>
          <a:bodyPr spcFirstLastPara="1" wrap="square" lIns="90000" tIns="46800" rIns="90000" bIns="468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4" name="Google Shape;134;p68"/>
          <p:cNvSpPr>
            <a:spLocks noGrp="1"/>
          </p:cNvSpPr>
          <p:nvPr>
            <p:ph type="pic" idx="2"/>
          </p:nvPr>
        </p:nvSpPr>
        <p:spPr>
          <a:xfrm>
            <a:off x="5183261" y="987425"/>
            <a:ext cx="6541619" cy="5184775"/>
          </a:xfrm>
          <a:prstGeom prst="rect">
            <a:avLst/>
          </a:prstGeom>
          <a:noFill/>
          <a:ln>
            <a:noFill/>
          </a:ln>
        </p:spPr>
      </p:sp>
      <p:sp>
        <p:nvSpPr>
          <p:cNvPr id="135" name="Google Shape;135;p68"/>
          <p:cNvSpPr txBox="1">
            <a:spLocks noGrp="1"/>
          </p:cNvSpPr>
          <p:nvPr>
            <p:ph type="body" idx="1"/>
          </p:nvPr>
        </p:nvSpPr>
        <p:spPr>
          <a:xfrm>
            <a:off x="467119" y="2057400"/>
            <a:ext cx="4305704" cy="4114800"/>
          </a:xfrm>
          <a:prstGeom prst="rect">
            <a:avLst/>
          </a:prstGeom>
          <a:noFill/>
          <a:ln>
            <a:noFill/>
          </a:ln>
        </p:spPr>
        <p:txBody>
          <a:bodyPr spcFirstLastPara="1" wrap="square" lIns="90000" tIns="46800" rIns="90000" bIns="46800" anchor="t" anchorCtr="0">
            <a:noAutofit/>
          </a:bodyPr>
          <a:lstStyle>
            <a:lvl1pPr marL="457200" lvl="0" indent="-228600" algn="l">
              <a:lnSpc>
                <a:spcPct val="90000"/>
              </a:lnSpc>
              <a:spcBef>
                <a:spcPts val="815"/>
              </a:spcBef>
              <a:spcAft>
                <a:spcPts val="0"/>
              </a:spcAft>
              <a:buSzPts val="1600"/>
              <a:buNone/>
              <a:defRPr sz="1600"/>
            </a:lvl1pPr>
            <a:lvl2pPr marL="914400" lvl="1" indent="-228600" algn="l">
              <a:lnSpc>
                <a:spcPct val="90000"/>
              </a:lnSpc>
              <a:spcBef>
                <a:spcPts val="400"/>
              </a:spcBef>
              <a:spcAft>
                <a:spcPts val="0"/>
              </a:spcAft>
              <a:buSzPts val="1400"/>
              <a:buNone/>
              <a:defRPr sz="1400"/>
            </a:lvl2pPr>
            <a:lvl3pPr marL="1371600" lvl="2" indent="-228600" algn="l">
              <a:lnSpc>
                <a:spcPct val="90000"/>
              </a:lnSpc>
              <a:spcBef>
                <a:spcPts val="400"/>
              </a:spcBef>
              <a:spcAft>
                <a:spcPts val="0"/>
              </a:spcAft>
              <a:buSzPts val="1200"/>
              <a:buNone/>
              <a:defRPr sz="1200"/>
            </a:lvl3pPr>
            <a:lvl4pPr marL="1828800" lvl="3" indent="-228600" algn="l">
              <a:lnSpc>
                <a:spcPct val="90000"/>
              </a:lnSpc>
              <a:spcBef>
                <a:spcPts val="400"/>
              </a:spcBef>
              <a:spcAft>
                <a:spcPts val="0"/>
              </a:spcAft>
              <a:buSzPts val="1000"/>
              <a:buNone/>
              <a:defRPr sz="1000"/>
            </a:lvl4pPr>
            <a:lvl5pPr marL="2286000" lvl="4" indent="-228600" algn="l">
              <a:lnSpc>
                <a:spcPct val="90000"/>
              </a:lnSpc>
              <a:spcBef>
                <a:spcPts val="4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p68"/>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sp>
        <p:nvSpPr>
          <p:cNvPr id="138" name="Google Shape;138;p69"/>
          <p:cNvSpPr txBox="1">
            <a:spLocks noGrp="1"/>
          </p:cNvSpPr>
          <p:nvPr>
            <p:ph type="title"/>
          </p:nvPr>
        </p:nvSpPr>
        <p:spPr>
          <a:xfrm>
            <a:off x="1123823" y="254000"/>
            <a:ext cx="10227754" cy="431800"/>
          </a:xfrm>
          <a:prstGeom prst="rect">
            <a:avLst/>
          </a:prstGeom>
          <a:noFill/>
          <a:ln>
            <a:noFill/>
          </a:ln>
        </p:spPr>
        <p:txBody>
          <a:bodyPr spcFirstLastPara="1" wrap="square" lIns="90000" tIns="46800" rIns="90000" bIns="468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9" name="Google Shape;139;p69"/>
          <p:cNvSpPr txBox="1">
            <a:spLocks noGrp="1"/>
          </p:cNvSpPr>
          <p:nvPr>
            <p:ph type="body" idx="1"/>
          </p:nvPr>
        </p:nvSpPr>
        <p:spPr>
          <a:xfrm rot="5400000">
            <a:off x="3503611" y="-2045892"/>
            <a:ext cx="5184775" cy="11257762"/>
          </a:xfrm>
          <a:prstGeom prst="rect">
            <a:avLst/>
          </a:prstGeom>
          <a:noFill/>
          <a:ln>
            <a:noFill/>
          </a:ln>
        </p:spPr>
        <p:txBody>
          <a:bodyPr spcFirstLastPara="1" wrap="square" lIns="90000" tIns="46800" rIns="90000" bIns="46800" anchor="t" anchorCtr="0">
            <a:noAutofit/>
          </a:bodyPr>
          <a:lstStyle>
            <a:lvl1pPr marL="457200" lvl="0" indent="-342900" algn="l">
              <a:lnSpc>
                <a:spcPct val="90000"/>
              </a:lnSpc>
              <a:spcBef>
                <a:spcPts val="815"/>
              </a:spcBef>
              <a:spcAft>
                <a:spcPts val="0"/>
              </a:spcAft>
              <a:buSzPts val="1800"/>
              <a:buChar char="●"/>
              <a:defRPr/>
            </a:lvl1pPr>
            <a:lvl2pPr marL="914400" lvl="1" indent="-342900" algn="l">
              <a:lnSpc>
                <a:spcPct val="90000"/>
              </a:lnSpc>
              <a:spcBef>
                <a:spcPts val="4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228600" algn="l">
              <a:lnSpc>
                <a:spcPct val="90000"/>
              </a:lnSpc>
              <a:spcBef>
                <a:spcPts val="400"/>
              </a:spcBef>
              <a:spcAft>
                <a:spcPts val="0"/>
              </a:spcAft>
              <a:buSzPts val="1400"/>
              <a:buNone/>
              <a:defRPr/>
            </a:lvl4pPr>
            <a:lvl5pPr marL="2286000" lvl="4" indent="-228600" algn="l">
              <a:lnSpc>
                <a:spcPct val="90000"/>
              </a:lnSpc>
              <a:spcBef>
                <a:spcPts val="4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0" name="Google Shape;140;p69"/>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1"/>
        <p:cNvGrpSpPr/>
        <p:nvPr/>
      </p:nvGrpSpPr>
      <p:grpSpPr>
        <a:xfrm>
          <a:off x="0" y="0"/>
          <a:ext cx="0" cy="0"/>
          <a:chOff x="0" y="0"/>
          <a:chExt cx="0" cy="0"/>
        </a:xfrm>
      </p:grpSpPr>
      <p:sp>
        <p:nvSpPr>
          <p:cNvPr id="142" name="Google Shape;142;p70"/>
          <p:cNvSpPr txBox="1">
            <a:spLocks noGrp="1"/>
          </p:cNvSpPr>
          <p:nvPr>
            <p:ph type="title"/>
          </p:nvPr>
        </p:nvSpPr>
        <p:spPr>
          <a:xfrm rot="5400000">
            <a:off x="7668275" y="2267993"/>
            <a:ext cx="5486400" cy="2626811"/>
          </a:xfrm>
          <a:prstGeom prst="rect">
            <a:avLst/>
          </a:prstGeom>
          <a:noFill/>
          <a:ln>
            <a:noFill/>
          </a:ln>
        </p:spPr>
        <p:txBody>
          <a:bodyPr spcFirstLastPara="1" wrap="square" lIns="90000" tIns="46800" rIns="90000" bIns="468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3" name="Google Shape;143;p70"/>
          <p:cNvSpPr txBox="1">
            <a:spLocks noGrp="1"/>
          </p:cNvSpPr>
          <p:nvPr>
            <p:ph type="body" idx="1"/>
          </p:nvPr>
        </p:nvSpPr>
        <p:spPr>
          <a:xfrm rot="5400000">
            <a:off x="1945579" y="-640262"/>
            <a:ext cx="5486400" cy="8443322"/>
          </a:xfrm>
          <a:prstGeom prst="rect">
            <a:avLst/>
          </a:prstGeom>
          <a:noFill/>
          <a:ln>
            <a:noFill/>
          </a:ln>
        </p:spPr>
        <p:txBody>
          <a:bodyPr spcFirstLastPara="1" wrap="square" lIns="90000" tIns="46800" rIns="90000" bIns="46800" anchor="t" anchorCtr="0">
            <a:noAutofit/>
          </a:bodyPr>
          <a:lstStyle>
            <a:lvl1pPr marL="457200" lvl="0" indent="-342900" algn="l">
              <a:lnSpc>
                <a:spcPct val="90000"/>
              </a:lnSpc>
              <a:spcBef>
                <a:spcPts val="815"/>
              </a:spcBef>
              <a:spcAft>
                <a:spcPts val="0"/>
              </a:spcAft>
              <a:buSzPts val="1800"/>
              <a:buChar char="●"/>
              <a:defRPr/>
            </a:lvl1pPr>
            <a:lvl2pPr marL="914400" lvl="1" indent="-342900" algn="l">
              <a:lnSpc>
                <a:spcPct val="90000"/>
              </a:lnSpc>
              <a:spcBef>
                <a:spcPts val="4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228600" algn="l">
              <a:lnSpc>
                <a:spcPct val="90000"/>
              </a:lnSpc>
              <a:spcBef>
                <a:spcPts val="400"/>
              </a:spcBef>
              <a:spcAft>
                <a:spcPts val="0"/>
              </a:spcAft>
              <a:buSzPts val="1400"/>
              <a:buNone/>
              <a:defRPr/>
            </a:lvl4pPr>
            <a:lvl5pPr marL="2286000" lvl="4" indent="-228600" algn="l">
              <a:lnSpc>
                <a:spcPct val="90000"/>
              </a:lnSpc>
              <a:spcBef>
                <a:spcPts val="4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70"/>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45"/>
        <p:cNvGrpSpPr/>
        <p:nvPr/>
      </p:nvGrpSpPr>
      <p:grpSpPr>
        <a:xfrm>
          <a:off x="0" y="0"/>
          <a:ext cx="0" cy="0"/>
          <a:chOff x="0" y="0"/>
          <a:chExt cx="0" cy="0"/>
        </a:xfrm>
      </p:grpSpPr>
      <p:sp>
        <p:nvSpPr>
          <p:cNvPr id="146" name="Google Shape;146;p71"/>
          <p:cNvSpPr txBox="1"/>
          <p:nvPr/>
        </p:nvSpPr>
        <p:spPr>
          <a:xfrm>
            <a:off x="1123822" y="228600"/>
            <a:ext cx="10225801" cy="431800"/>
          </a:xfrm>
          <a:prstGeom prst="rect">
            <a:avLst/>
          </a:prstGeom>
          <a:noFill/>
          <a:ln>
            <a:noFill/>
          </a:ln>
        </p:spPr>
        <p:txBody>
          <a:bodyPr spcFirstLastPara="1" wrap="square" lIns="90000" tIns="46800" rIns="90000" bIns="468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0070C0"/>
                </a:solidFill>
                <a:latin typeface="Tahoma"/>
                <a:ea typeface="Tahoma"/>
                <a:cs typeface="Tahoma"/>
                <a:sym typeface="Tahoma"/>
              </a:rPr>
              <a:t>Click to edit Master title style</a:t>
            </a:r>
            <a:endParaRPr sz="1400" b="0" i="0" u="none" strike="noStrike" cap="none">
              <a:solidFill>
                <a:srgbClr val="000000"/>
              </a:solidFill>
              <a:latin typeface="Arial"/>
              <a:ea typeface="Arial"/>
              <a:cs typeface="Arial"/>
              <a:sym typeface="Arial"/>
            </a:endParaRPr>
          </a:p>
        </p:txBody>
      </p:sp>
      <p:sp>
        <p:nvSpPr>
          <p:cNvPr id="147" name="Google Shape;147;p71"/>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48"/>
        <p:cNvGrpSpPr/>
        <p:nvPr/>
      </p:nvGrpSpPr>
      <p:grpSpPr>
        <a:xfrm>
          <a:off x="0" y="0"/>
          <a:ext cx="0" cy="0"/>
          <a:chOff x="0" y="0"/>
          <a:chExt cx="0" cy="0"/>
        </a:xfrm>
      </p:grpSpPr>
      <p:grpSp>
        <p:nvGrpSpPr>
          <p:cNvPr id="149" name="Google Shape;149;p72"/>
          <p:cNvGrpSpPr/>
          <p:nvPr/>
        </p:nvGrpSpPr>
        <p:grpSpPr>
          <a:xfrm>
            <a:off x="328296" y="0"/>
            <a:ext cx="10278998" cy="863600"/>
            <a:chOff x="5310186" y="3281362"/>
            <a:chExt cx="2667993" cy="224154"/>
          </a:xfrm>
        </p:grpSpPr>
        <p:pic>
          <p:nvPicPr>
            <p:cNvPr id="150" name="Google Shape;150;p72"/>
            <p:cNvPicPr preferRelativeResize="0"/>
            <p:nvPr/>
          </p:nvPicPr>
          <p:blipFill rotWithShape="1">
            <a:blip r:embed="rId2">
              <a:alphaModFix/>
            </a:blip>
            <a:srcRect b="36339"/>
            <a:stretch/>
          </p:blipFill>
          <p:spPr>
            <a:xfrm>
              <a:off x="5312824" y="3357562"/>
              <a:ext cx="2619665" cy="142875"/>
            </a:xfrm>
            <a:prstGeom prst="rect">
              <a:avLst/>
            </a:prstGeom>
            <a:noFill/>
            <a:ln>
              <a:noFill/>
            </a:ln>
          </p:spPr>
        </p:pic>
        <p:pic>
          <p:nvPicPr>
            <p:cNvPr id="151" name="Google Shape;151;p72"/>
            <p:cNvPicPr preferRelativeResize="0"/>
            <p:nvPr/>
          </p:nvPicPr>
          <p:blipFill rotWithShape="1">
            <a:blip r:embed="rId3">
              <a:alphaModFix/>
            </a:blip>
            <a:srcRect/>
            <a:stretch/>
          </p:blipFill>
          <p:spPr>
            <a:xfrm>
              <a:off x="7854354" y="3362641"/>
              <a:ext cx="123825" cy="142875"/>
            </a:xfrm>
            <a:prstGeom prst="rect">
              <a:avLst/>
            </a:prstGeom>
            <a:noFill/>
            <a:ln>
              <a:noFill/>
            </a:ln>
          </p:spPr>
        </p:pic>
        <p:pic>
          <p:nvPicPr>
            <p:cNvPr id="152" name="Google Shape;152;p72"/>
            <p:cNvPicPr preferRelativeResize="0"/>
            <p:nvPr/>
          </p:nvPicPr>
          <p:blipFill rotWithShape="1">
            <a:blip r:embed="rId4">
              <a:alphaModFix/>
            </a:blip>
            <a:srcRect/>
            <a:stretch/>
          </p:blipFill>
          <p:spPr>
            <a:xfrm>
              <a:off x="5310186" y="3281362"/>
              <a:ext cx="238125" cy="219075"/>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eft_Blank">
  <p:cSld name="Left_Blank">
    <p:spTree>
      <p:nvGrpSpPr>
        <p:cNvPr id="1" name="Shape 153"/>
        <p:cNvGrpSpPr/>
        <p:nvPr/>
      </p:nvGrpSpPr>
      <p:grpSpPr>
        <a:xfrm>
          <a:off x="0" y="0"/>
          <a:ext cx="0" cy="0"/>
          <a:chOff x="0" y="0"/>
          <a:chExt cx="0" cy="0"/>
        </a:xfrm>
      </p:grpSpPr>
      <p:sp>
        <p:nvSpPr>
          <p:cNvPr id="154" name="Google Shape;154;p73"/>
          <p:cNvSpPr txBox="1">
            <a:spLocks noGrp="1"/>
          </p:cNvSpPr>
          <p:nvPr>
            <p:ph type="sldNum" idx="12"/>
          </p:nvPr>
        </p:nvSpPr>
        <p:spPr>
          <a:xfrm>
            <a:off x="11409162" y="6333134"/>
            <a:ext cx="731591" cy="5247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61"/>
        <p:cNvGrpSpPr/>
        <p:nvPr/>
      </p:nvGrpSpPr>
      <p:grpSpPr>
        <a:xfrm>
          <a:off x="0" y="0"/>
          <a:ext cx="0" cy="0"/>
          <a:chOff x="0" y="0"/>
          <a:chExt cx="0" cy="0"/>
        </a:xfrm>
      </p:grpSpPr>
      <p:grpSp>
        <p:nvGrpSpPr>
          <p:cNvPr id="162" name="Google Shape;162;p31"/>
          <p:cNvGrpSpPr/>
          <p:nvPr/>
        </p:nvGrpSpPr>
        <p:grpSpPr>
          <a:xfrm>
            <a:off x="328296" y="0"/>
            <a:ext cx="10278998" cy="863600"/>
            <a:chOff x="5310186" y="3281362"/>
            <a:chExt cx="2667993" cy="224154"/>
          </a:xfrm>
        </p:grpSpPr>
        <p:pic>
          <p:nvPicPr>
            <p:cNvPr id="163" name="Google Shape;163;p31"/>
            <p:cNvPicPr preferRelativeResize="0"/>
            <p:nvPr/>
          </p:nvPicPr>
          <p:blipFill rotWithShape="1">
            <a:blip r:embed="rId2">
              <a:alphaModFix/>
            </a:blip>
            <a:srcRect b="36339"/>
            <a:stretch/>
          </p:blipFill>
          <p:spPr>
            <a:xfrm>
              <a:off x="5312824" y="3357562"/>
              <a:ext cx="2619665" cy="142875"/>
            </a:xfrm>
            <a:prstGeom prst="rect">
              <a:avLst/>
            </a:prstGeom>
            <a:noFill/>
            <a:ln>
              <a:noFill/>
            </a:ln>
          </p:spPr>
        </p:pic>
        <p:pic>
          <p:nvPicPr>
            <p:cNvPr id="164" name="Google Shape;164;p31"/>
            <p:cNvPicPr preferRelativeResize="0"/>
            <p:nvPr/>
          </p:nvPicPr>
          <p:blipFill rotWithShape="1">
            <a:blip r:embed="rId3">
              <a:alphaModFix/>
            </a:blip>
            <a:srcRect/>
            <a:stretch/>
          </p:blipFill>
          <p:spPr>
            <a:xfrm>
              <a:off x="7854354" y="3362641"/>
              <a:ext cx="123825" cy="142875"/>
            </a:xfrm>
            <a:prstGeom prst="rect">
              <a:avLst/>
            </a:prstGeom>
            <a:noFill/>
            <a:ln>
              <a:noFill/>
            </a:ln>
          </p:spPr>
        </p:pic>
        <p:pic>
          <p:nvPicPr>
            <p:cNvPr id="165" name="Google Shape;165;p31"/>
            <p:cNvPicPr preferRelativeResize="0"/>
            <p:nvPr/>
          </p:nvPicPr>
          <p:blipFill rotWithShape="1">
            <a:blip r:embed="rId4">
              <a:alphaModFix/>
            </a:blip>
            <a:srcRect/>
            <a:stretch/>
          </p:blipFill>
          <p:spPr>
            <a:xfrm>
              <a:off x="5310186" y="3281362"/>
              <a:ext cx="238125" cy="219075"/>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6"/>
        <p:cNvGrpSpPr/>
        <p:nvPr/>
      </p:nvGrpSpPr>
      <p:grpSpPr>
        <a:xfrm>
          <a:off x="0" y="0"/>
          <a:ext cx="0" cy="0"/>
          <a:chOff x="0" y="0"/>
          <a:chExt cx="0" cy="0"/>
        </a:xfrm>
      </p:grpSpPr>
      <p:sp>
        <p:nvSpPr>
          <p:cNvPr id="167" name="Google Shape;167;p32"/>
          <p:cNvSpPr txBox="1">
            <a:spLocks noGrp="1"/>
          </p:cNvSpPr>
          <p:nvPr>
            <p:ph type="title"/>
          </p:nvPr>
        </p:nvSpPr>
        <p:spPr>
          <a:xfrm>
            <a:off x="1123823" y="254000"/>
            <a:ext cx="10227754" cy="431800"/>
          </a:xfrm>
          <a:prstGeom prst="rect">
            <a:avLst/>
          </a:prstGeom>
          <a:noFill/>
          <a:ln>
            <a:noFill/>
          </a:ln>
        </p:spPr>
        <p:txBody>
          <a:bodyPr spcFirstLastPara="1" wrap="square" lIns="90000" tIns="46800" rIns="90000" bIns="468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68" name="Google Shape;168;p32"/>
          <p:cNvSpPr txBox="1">
            <a:spLocks noGrp="1"/>
          </p:cNvSpPr>
          <p:nvPr>
            <p:ph type="body" idx="1"/>
          </p:nvPr>
        </p:nvSpPr>
        <p:spPr>
          <a:xfrm>
            <a:off x="560933" y="1066801"/>
            <a:ext cx="11163947" cy="5108575"/>
          </a:xfrm>
          <a:prstGeom prst="rect">
            <a:avLst/>
          </a:prstGeom>
          <a:noFill/>
          <a:ln>
            <a:noFill/>
          </a:ln>
        </p:spPr>
        <p:txBody>
          <a:bodyPr spcFirstLastPara="1" wrap="square" lIns="90000" tIns="46800" rIns="90000" bIns="46800" anchor="t" anchorCtr="0">
            <a:noAutofit/>
          </a:bodyPr>
          <a:lstStyle>
            <a:lvl1pPr marL="457200" lvl="0" indent="-355600" algn="l">
              <a:lnSpc>
                <a:spcPct val="90000"/>
              </a:lnSpc>
              <a:spcBef>
                <a:spcPts val="815"/>
              </a:spcBef>
              <a:spcAft>
                <a:spcPts val="0"/>
              </a:spcAft>
              <a:buSzPts val="2000"/>
              <a:buFont typeface="Arial"/>
              <a:buChar char="•"/>
              <a:defRPr/>
            </a:lvl1pPr>
            <a:lvl2pPr marL="914400" lvl="1" indent="-342900" algn="l">
              <a:lnSpc>
                <a:spcPct val="90000"/>
              </a:lnSpc>
              <a:spcBef>
                <a:spcPts val="4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228600" algn="l">
              <a:lnSpc>
                <a:spcPct val="90000"/>
              </a:lnSpc>
              <a:spcBef>
                <a:spcPts val="400"/>
              </a:spcBef>
              <a:spcAft>
                <a:spcPts val="0"/>
              </a:spcAft>
              <a:buSzPts val="1400"/>
              <a:buNone/>
              <a:defRPr/>
            </a:lvl4pPr>
            <a:lvl5pPr marL="2286000" lvl="4" indent="-228600" algn="l">
              <a:lnSpc>
                <a:spcPct val="90000"/>
              </a:lnSpc>
              <a:spcBef>
                <a:spcPts val="4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9" name="Google Shape;169;p32"/>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Left_Blank">
  <p:cSld name="Left_Blank">
    <p:spTree>
      <p:nvGrpSpPr>
        <p:cNvPr id="1" name="Shape 170"/>
        <p:cNvGrpSpPr/>
        <p:nvPr/>
      </p:nvGrpSpPr>
      <p:grpSpPr>
        <a:xfrm>
          <a:off x="0" y="0"/>
          <a:ext cx="0" cy="0"/>
          <a:chOff x="0" y="0"/>
          <a:chExt cx="0" cy="0"/>
        </a:xfrm>
      </p:grpSpPr>
      <p:sp>
        <p:nvSpPr>
          <p:cNvPr id="171" name="Google Shape;171;p33"/>
          <p:cNvSpPr txBox="1">
            <a:spLocks noGrp="1"/>
          </p:cNvSpPr>
          <p:nvPr>
            <p:ph type="sldNum" idx="12"/>
          </p:nvPr>
        </p:nvSpPr>
        <p:spPr>
          <a:xfrm>
            <a:off x="11409162" y="6333134"/>
            <a:ext cx="731591" cy="5247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2"/>
        <p:cNvGrpSpPr/>
        <p:nvPr/>
      </p:nvGrpSpPr>
      <p:grpSpPr>
        <a:xfrm>
          <a:off x="0" y="0"/>
          <a:ext cx="0" cy="0"/>
          <a:chOff x="0" y="0"/>
          <a:chExt cx="0" cy="0"/>
        </a:xfrm>
      </p:grpSpPr>
      <p:sp>
        <p:nvSpPr>
          <p:cNvPr id="173" name="Google Shape;173;p34"/>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p34"/>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34"/>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6"/>
        <p:cNvGrpSpPr/>
        <p:nvPr/>
      </p:nvGrpSpPr>
      <p:grpSpPr>
        <a:xfrm>
          <a:off x="0" y="0"/>
          <a:ext cx="0" cy="0"/>
          <a:chOff x="0" y="0"/>
          <a:chExt cx="0" cy="0"/>
        </a:xfrm>
      </p:grpSpPr>
      <p:sp>
        <p:nvSpPr>
          <p:cNvPr id="177" name="Google Shape;177;p50"/>
          <p:cNvSpPr txBox="1">
            <a:spLocks noGrp="1"/>
          </p:cNvSpPr>
          <p:nvPr>
            <p:ph type="title"/>
          </p:nvPr>
        </p:nvSpPr>
        <p:spPr>
          <a:xfrm>
            <a:off x="415604" y="593367"/>
            <a:ext cx="11360959" cy="7635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0"/>
          <p:cNvSpPr txBox="1">
            <a:spLocks noGrp="1"/>
          </p:cNvSpPr>
          <p:nvPr>
            <p:ph type="body" idx="1"/>
          </p:nvPr>
        </p:nvSpPr>
        <p:spPr>
          <a:xfrm>
            <a:off x="415604" y="1536633"/>
            <a:ext cx="11360959" cy="45552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79" name="Google Shape;179;p50"/>
          <p:cNvSpPr txBox="1">
            <a:spLocks noGrp="1"/>
          </p:cNvSpPr>
          <p:nvPr>
            <p:ph type="sldNum" idx="12"/>
          </p:nvPr>
        </p:nvSpPr>
        <p:spPr>
          <a:xfrm>
            <a:off x="11296726" y="6217622"/>
            <a:ext cx="731591" cy="524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0"/>
        <p:cNvGrpSpPr/>
        <p:nvPr/>
      </p:nvGrpSpPr>
      <p:grpSpPr>
        <a:xfrm>
          <a:off x="0" y="0"/>
          <a:ext cx="0" cy="0"/>
          <a:chOff x="0" y="0"/>
          <a:chExt cx="0" cy="0"/>
        </a:xfrm>
      </p:grpSpPr>
      <p:sp>
        <p:nvSpPr>
          <p:cNvPr id="181" name="Google Shape;181;p51"/>
          <p:cNvSpPr txBox="1">
            <a:spLocks noGrp="1"/>
          </p:cNvSpPr>
          <p:nvPr>
            <p:ph type="ctrTitle"/>
          </p:nvPr>
        </p:nvSpPr>
        <p:spPr>
          <a:xfrm>
            <a:off x="1524016" y="1122363"/>
            <a:ext cx="9143981"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51"/>
          <p:cNvSpPr txBox="1">
            <a:spLocks noGrp="1"/>
          </p:cNvSpPr>
          <p:nvPr>
            <p:ph type="subTitle" idx="1"/>
          </p:nvPr>
        </p:nvSpPr>
        <p:spPr>
          <a:xfrm>
            <a:off x="1524016" y="3602038"/>
            <a:ext cx="9143981"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3" name="Google Shape;183;p51"/>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1"/>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1"/>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2"/>
          <p:cNvSpPr txBox="1">
            <a:spLocks noGrp="1"/>
          </p:cNvSpPr>
          <p:nvPr>
            <p:ph type="title"/>
          </p:nvPr>
        </p:nvSpPr>
        <p:spPr>
          <a:xfrm>
            <a:off x="831859" y="1709738"/>
            <a:ext cx="10515638"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52"/>
          <p:cNvSpPr txBox="1">
            <a:spLocks noGrp="1"/>
          </p:cNvSpPr>
          <p:nvPr>
            <p:ph type="body" idx="1"/>
          </p:nvPr>
        </p:nvSpPr>
        <p:spPr>
          <a:xfrm>
            <a:off x="831859" y="4589463"/>
            <a:ext cx="10515638"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89" name="Google Shape;189;p52"/>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2"/>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2"/>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2"/>
        <p:cNvGrpSpPr/>
        <p:nvPr/>
      </p:nvGrpSpPr>
      <p:grpSpPr>
        <a:xfrm>
          <a:off x="0" y="0"/>
          <a:ext cx="0" cy="0"/>
          <a:chOff x="0" y="0"/>
          <a:chExt cx="0" cy="0"/>
        </a:xfrm>
      </p:grpSpPr>
      <p:sp>
        <p:nvSpPr>
          <p:cNvPr id="193" name="Google Shape;193;p53"/>
          <p:cNvSpPr txBox="1">
            <a:spLocks noGrp="1"/>
          </p:cNvSpPr>
          <p:nvPr>
            <p:ph type="title"/>
          </p:nvPr>
        </p:nvSpPr>
        <p:spPr>
          <a:xfrm>
            <a:off x="838209" y="365125"/>
            <a:ext cx="10515638"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53"/>
          <p:cNvSpPr txBox="1">
            <a:spLocks noGrp="1"/>
          </p:cNvSpPr>
          <p:nvPr>
            <p:ph type="body" idx="1"/>
          </p:nvPr>
        </p:nvSpPr>
        <p:spPr>
          <a:xfrm>
            <a:off x="838208" y="1825625"/>
            <a:ext cx="5181749"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5" name="Google Shape;195;p53"/>
          <p:cNvSpPr txBox="1">
            <a:spLocks noGrp="1"/>
          </p:cNvSpPr>
          <p:nvPr>
            <p:ph type="body" idx="2"/>
          </p:nvPr>
        </p:nvSpPr>
        <p:spPr>
          <a:xfrm>
            <a:off x="6172264" y="1825625"/>
            <a:ext cx="5181749"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6" name="Google Shape;196;p53"/>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3"/>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53"/>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9"/>
        <p:cNvGrpSpPr/>
        <p:nvPr/>
      </p:nvGrpSpPr>
      <p:grpSpPr>
        <a:xfrm>
          <a:off x="0" y="0"/>
          <a:ext cx="0" cy="0"/>
          <a:chOff x="0" y="0"/>
          <a:chExt cx="0" cy="0"/>
        </a:xfrm>
      </p:grpSpPr>
      <p:sp>
        <p:nvSpPr>
          <p:cNvPr id="200" name="Google Shape;200;p54"/>
          <p:cNvSpPr txBox="1">
            <a:spLocks noGrp="1"/>
          </p:cNvSpPr>
          <p:nvPr>
            <p:ph type="title"/>
          </p:nvPr>
        </p:nvSpPr>
        <p:spPr>
          <a:xfrm>
            <a:off x="839797" y="365125"/>
            <a:ext cx="10515638"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p54"/>
          <p:cNvSpPr txBox="1">
            <a:spLocks noGrp="1"/>
          </p:cNvSpPr>
          <p:nvPr>
            <p:ph type="body" idx="1"/>
          </p:nvPr>
        </p:nvSpPr>
        <p:spPr>
          <a:xfrm>
            <a:off x="839797" y="1681163"/>
            <a:ext cx="5158043"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02" name="Google Shape;202;p54"/>
          <p:cNvSpPr txBox="1">
            <a:spLocks noGrp="1"/>
          </p:cNvSpPr>
          <p:nvPr>
            <p:ph type="body" idx="2"/>
          </p:nvPr>
        </p:nvSpPr>
        <p:spPr>
          <a:xfrm>
            <a:off x="839797" y="2505075"/>
            <a:ext cx="5158043"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3" name="Google Shape;203;p54"/>
          <p:cNvSpPr txBox="1">
            <a:spLocks noGrp="1"/>
          </p:cNvSpPr>
          <p:nvPr>
            <p:ph type="body" idx="3"/>
          </p:nvPr>
        </p:nvSpPr>
        <p:spPr>
          <a:xfrm>
            <a:off x="6172263" y="1681163"/>
            <a:ext cx="518325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04" name="Google Shape;204;p54"/>
          <p:cNvSpPr txBox="1">
            <a:spLocks noGrp="1"/>
          </p:cNvSpPr>
          <p:nvPr>
            <p:ph type="body" idx="4"/>
          </p:nvPr>
        </p:nvSpPr>
        <p:spPr>
          <a:xfrm>
            <a:off x="6172263" y="2505075"/>
            <a:ext cx="518325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 name="Google Shape;205;p54"/>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54"/>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p54"/>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838209" y="365125"/>
            <a:ext cx="10515638"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p55"/>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1" name="Google Shape;211;p55"/>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55"/>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3"/>
        <p:cNvGrpSpPr/>
        <p:nvPr/>
      </p:nvGrpSpPr>
      <p:grpSpPr>
        <a:xfrm>
          <a:off x="0" y="0"/>
          <a:ext cx="0" cy="0"/>
          <a:chOff x="0" y="0"/>
          <a:chExt cx="0" cy="0"/>
        </a:xfrm>
      </p:grpSpPr>
      <p:sp>
        <p:nvSpPr>
          <p:cNvPr id="214" name="Google Shape;214;p56"/>
          <p:cNvSpPr txBox="1">
            <a:spLocks noGrp="1"/>
          </p:cNvSpPr>
          <p:nvPr>
            <p:ph type="title"/>
          </p:nvPr>
        </p:nvSpPr>
        <p:spPr>
          <a:xfrm>
            <a:off x="839797" y="457200"/>
            <a:ext cx="3932224"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56"/>
          <p:cNvSpPr txBox="1">
            <a:spLocks noGrp="1"/>
          </p:cNvSpPr>
          <p:nvPr>
            <p:ph type="body" idx="1"/>
          </p:nvPr>
        </p:nvSpPr>
        <p:spPr>
          <a:xfrm>
            <a:off x="5183241" y="987425"/>
            <a:ext cx="6172307"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16" name="Google Shape;216;p56"/>
          <p:cNvSpPr txBox="1">
            <a:spLocks noGrp="1"/>
          </p:cNvSpPr>
          <p:nvPr>
            <p:ph type="body" idx="2"/>
          </p:nvPr>
        </p:nvSpPr>
        <p:spPr>
          <a:xfrm>
            <a:off x="839797" y="2057400"/>
            <a:ext cx="3932224"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7" name="Google Shape;217;p56"/>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56"/>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56"/>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20"/>
        <p:cNvGrpSpPr/>
        <p:nvPr/>
      </p:nvGrpSpPr>
      <p:grpSpPr>
        <a:xfrm>
          <a:off x="0" y="0"/>
          <a:ext cx="0" cy="0"/>
          <a:chOff x="0" y="0"/>
          <a:chExt cx="0" cy="0"/>
        </a:xfrm>
      </p:grpSpPr>
      <p:sp>
        <p:nvSpPr>
          <p:cNvPr id="221" name="Google Shape;221;p57"/>
          <p:cNvSpPr txBox="1">
            <a:spLocks noGrp="1"/>
          </p:cNvSpPr>
          <p:nvPr>
            <p:ph type="title"/>
          </p:nvPr>
        </p:nvSpPr>
        <p:spPr>
          <a:xfrm>
            <a:off x="839797" y="457200"/>
            <a:ext cx="3932224"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57"/>
          <p:cNvSpPr>
            <a:spLocks noGrp="1"/>
          </p:cNvSpPr>
          <p:nvPr>
            <p:ph type="pic" idx="2"/>
          </p:nvPr>
        </p:nvSpPr>
        <p:spPr>
          <a:xfrm>
            <a:off x="5183241" y="987425"/>
            <a:ext cx="6172307" cy="4873500"/>
          </a:xfrm>
          <a:prstGeom prst="rect">
            <a:avLst/>
          </a:prstGeom>
          <a:noFill/>
          <a:ln>
            <a:noFill/>
          </a:ln>
        </p:spPr>
      </p:sp>
      <p:sp>
        <p:nvSpPr>
          <p:cNvPr id="223" name="Google Shape;223;p57"/>
          <p:cNvSpPr txBox="1">
            <a:spLocks noGrp="1"/>
          </p:cNvSpPr>
          <p:nvPr>
            <p:ph type="body" idx="1"/>
          </p:nvPr>
        </p:nvSpPr>
        <p:spPr>
          <a:xfrm>
            <a:off x="839797" y="2057400"/>
            <a:ext cx="3932224"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24" name="Google Shape;224;p57"/>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5" name="Google Shape;225;p57"/>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57"/>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7"/>
        <p:cNvGrpSpPr/>
        <p:nvPr/>
      </p:nvGrpSpPr>
      <p:grpSpPr>
        <a:xfrm>
          <a:off x="0" y="0"/>
          <a:ext cx="0" cy="0"/>
          <a:chOff x="0" y="0"/>
          <a:chExt cx="0" cy="0"/>
        </a:xfrm>
      </p:grpSpPr>
      <p:sp>
        <p:nvSpPr>
          <p:cNvPr id="228" name="Google Shape;228;p58"/>
          <p:cNvSpPr txBox="1">
            <a:spLocks noGrp="1"/>
          </p:cNvSpPr>
          <p:nvPr>
            <p:ph type="title"/>
          </p:nvPr>
        </p:nvSpPr>
        <p:spPr>
          <a:xfrm>
            <a:off x="838209" y="365125"/>
            <a:ext cx="10515638"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58"/>
          <p:cNvSpPr txBox="1">
            <a:spLocks noGrp="1"/>
          </p:cNvSpPr>
          <p:nvPr>
            <p:ph type="body" idx="1"/>
          </p:nvPr>
        </p:nvSpPr>
        <p:spPr>
          <a:xfrm rot="5400000">
            <a:off x="3920498" y="-1256594"/>
            <a:ext cx="4351200" cy="105156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0" name="Google Shape;230;p58"/>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58"/>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58"/>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33"/>
        <p:cNvGrpSpPr/>
        <p:nvPr/>
      </p:nvGrpSpPr>
      <p:grpSpPr>
        <a:xfrm>
          <a:off x="0" y="0"/>
          <a:ext cx="0" cy="0"/>
          <a:chOff x="0" y="0"/>
          <a:chExt cx="0" cy="0"/>
        </a:xfrm>
      </p:grpSpPr>
      <p:sp>
        <p:nvSpPr>
          <p:cNvPr id="234" name="Google Shape;234;p59"/>
          <p:cNvSpPr txBox="1">
            <a:spLocks noGrp="1"/>
          </p:cNvSpPr>
          <p:nvPr>
            <p:ph type="title"/>
          </p:nvPr>
        </p:nvSpPr>
        <p:spPr>
          <a:xfrm rot="5400000">
            <a:off x="7133474" y="1956583"/>
            <a:ext cx="5811900" cy="26289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5" name="Google Shape;235;p59"/>
          <p:cNvSpPr txBox="1">
            <a:spLocks noGrp="1"/>
          </p:cNvSpPr>
          <p:nvPr>
            <p:ph type="body" idx="1"/>
          </p:nvPr>
        </p:nvSpPr>
        <p:spPr>
          <a:xfrm rot="5400000">
            <a:off x="1799380" y="-596182"/>
            <a:ext cx="5811900" cy="77345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6" name="Google Shape;236;p59"/>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59"/>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 name="Google Shape;238;p59"/>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 1">
  <p:cSld name="Number 1">
    <p:spTree>
      <p:nvGrpSpPr>
        <p:cNvPr id="1" name="Shape 239"/>
        <p:cNvGrpSpPr/>
        <p:nvPr/>
      </p:nvGrpSpPr>
      <p:grpSpPr>
        <a:xfrm>
          <a:off x="0" y="0"/>
          <a:ext cx="0" cy="0"/>
          <a:chOff x="0" y="0"/>
          <a:chExt cx="0" cy="0"/>
        </a:xfrm>
      </p:grpSpPr>
      <p:sp>
        <p:nvSpPr>
          <p:cNvPr id="240" name="Google Shape;240;p60"/>
          <p:cNvSpPr/>
          <p:nvPr/>
        </p:nvSpPr>
        <p:spPr>
          <a:xfrm>
            <a:off x="-8553" y="316400"/>
            <a:ext cx="731591" cy="419100"/>
          </a:xfrm>
          <a:prstGeom prst="rect">
            <a:avLst/>
          </a:prstGeom>
          <a:gradFill>
            <a:gsLst>
              <a:gs pos="0">
                <a:srgbClr val="2EAAFA"/>
              </a:gs>
              <a:gs pos="100000">
                <a:srgbClr val="243D80"/>
              </a:gs>
            </a:gsLst>
            <a:lin ang="108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60"/>
          <p:cNvSpPr txBox="1">
            <a:spLocks noGrp="1"/>
          </p:cNvSpPr>
          <p:nvPr>
            <p:ph type="sldNum" idx="12"/>
          </p:nvPr>
        </p:nvSpPr>
        <p:spPr>
          <a:xfrm>
            <a:off x="11409162" y="6333134"/>
            <a:ext cx="731591"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pic>
        <p:nvPicPr>
          <p:cNvPr id="242" name="Google Shape;242;p60"/>
          <p:cNvPicPr preferRelativeResize="0"/>
          <p:nvPr/>
        </p:nvPicPr>
        <p:blipFill rotWithShape="1">
          <a:blip r:embed="rId2">
            <a:alphaModFix/>
          </a:blip>
          <a:srcRect/>
          <a:stretch/>
        </p:blipFill>
        <p:spPr>
          <a:xfrm>
            <a:off x="10232593" y="214036"/>
            <a:ext cx="1848204" cy="52500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4">
  <p:cSld name="Title only 4">
    <p:bg>
      <p:bgPr>
        <a:solidFill>
          <a:schemeClr val="accent3"/>
        </a:solidFill>
        <a:effectLst/>
      </p:bgPr>
    </p:bg>
    <p:spTree>
      <p:nvGrpSpPr>
        <p:cNvPr id="1" name="Shape 243"/>
        <p:cNvGrpSpPr/>
        <p:nvPr/>
      </p:nvGrpSpPr>
      <p:grpSpPr>
        <a:xfrm>
          <a:off x="0" y="0"/>
          <a:ext cx="0" cy="0"/>
          <a:chOff x="0" y="0"/>
          <a:chExt cx="0" cy="0"/>
        </a:xfrm>
      </p:grpSpPr>
      <p:grpSp>
        <p:nvGrpSpPr>
          <p:cNvPr id="244" name="Google Shape;244;p61"/>
          <p:cNvGrpSpPr/>
          <p:nvPr/>
        </p:nvGrpSpPr>
        <p:grpSpPr>
          <a:xfrm rot="1351476">
            <a:off x="-1240826" y="-3942377"/>
            <a:ext cx="14673790" cy="14107727"/>
            <a:chOff x="1786775" y="1002200"/>
            <a:chExt cx="3861800" cy="3712875"/>
          </a:xfrm>
        </p:grpSpPr>
        <p:sp>
          <p:nvSpPr>
            <p:cNvPr id="245" name="Google Shape;245;p61"/>
            <p:cNvSpPr/>
            <p:nvPr/>
          </p:nvSpPr>
          <p:spPr>
            <a:xfrm>
              <a:off x="1786775" y="1002200"/>
              <a:ext cx="3861800" cy="3712875"/>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65"/>
                <a:buFont typeface="Arial"/>
                <a:buNone/>
              </a:pPr>
              <a:endParaRPr sz="1865" b="0" i="0" u="none" strike="noStrike" cap="none">
                <a:solidFill>
                  <a:srgbClr val="000000"/>
                </a:solidFill>
                <a:latin typeface="Arial"/>
                <a:ea typeface="Arial"/>
                <a:cs typeface="Arial"/>
                <a:sym typeface="Arial"/>
              </a:endParaRPr>
            </a:p>
          </p:txBody>
        </p:sp>
        <p:sp>
          <p:nvSpPr>
            <p:cNvPr id="246" name="Google Shape;246;p61"/>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65"/>
                <a:buFont typeface="Arial"/>
                <a:buNone/>
              </a:pPr>
              <a:endParaRPr sz="1865" b="0" i="0" u="none" strike="noStrike" cap="none">
                <a:solidFill>
                  <a:srgbClr val="000000"/>
                </a:solidFill>
                <a:latin typeface="Arial"/>
                <a:ea typeface="Arial"/>
                <a:cs typeface="Arial"/>
                <a:sym typeface="Arial"/>
              </a:endParaRPr>
            </a:p>
          </p:txBody>
        </p:sp>
        <p:sp>
          <p:nvSpPr>
            <p:cNvPr id="247" name="Google Shape;247;p61"/>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65"/>
                <a:buFont typeface="Arial"/>
                <a:buNone/>
              </a:pPr>
              <a:endParaRPr sz="1865" b="0" i="0" u="none" strike="noStrike" cap="none">
                <a:solidFill>
                  <a:srgbClr val="000000"/>
                </a:solidFill>
                <a:latin typeface="Arial"/>
                <a:ea typeface="Arial"/>
                <a:cs typeface="Arial"/>
                <a:sym typeface="Arial"/>
              </a:endParaRPr>
            </a:p>
          </p:txBody>
        </p:sp>
      </p:grpSp>
      <p:sp>
        <p:nvSpPr>
          <p:cNvPr id="248" name="Google Shape;248;p61"/>
          <p:cNvSpPr txBox="1">
            <a:spLocks noGrp="1"/>
          </p:cNvSpPr>
          <p:nvPr>
            <p:ph type="title"/>
          </p:nvPr>
        </p:nvSpPr>
        <p:spPr>
          <a:xfrm>
            <a:off x="415601" y="593367"/>
            <a:ext cx="11360800" cy="7636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Clr>
                <a:schemeClr val="accent3"/>
              </a:buClr>
              <a:buSzPts val="2800"/>
              <a:buNone/>
              <a:defRPr>
                <a:solidFill>
                  <a:schemeClr val="accent3"/>
                </a:solidFill>
              </a:defRPr>
            </a:lvl1pPr>
            <a:lvl2pPr lvl="1" algn="l">
              <a:lnSpc>
                <a:spcPct val="100000"/>
              </a:lnSpc>
              <a:spcBef>
                <a:spcPts val="0"/>
              </a:spcBef>
              <a:spcAft>
                <a:spcPts val="0"/>
              </a:spcAft>
              <a:buClr>
                <a:schemeClr val="accent3"/>
              </a:buClr>
              <a:buSzPts val="2800"/>
              <a:buNone/>
              <a:defRPr>
                <a:solidFill>
                  <a:schemeClr val="accent3"/>
                </a:solidFill>
              </a:defRPr>
            </a:lvl2pPr>
            <a:lvl3pPr lvl="2" algn="l">
              <a:lnSpc>
                <a:spcPct val="100000"/>
              </a:lnSpc>
              <a:spcBef>
                <a:spcPts val="0"/>
              </a:spcBef>
              <a:spcAft>
                <a:spcPts val="0"/>
              </a:spcAft>
              <a:buClr>
                <a:schemeClr val="accent3"/>
              </a:buClr>
              <a:buSzPts val="2800"/>
              <a:buNone/>
              <a:defRPr>
                <a:solidFill>
                  <a:schemeClr val="accent3"/>
                </a:solidFill>
              </a:defRPr>
            </a:lvl3pPr>
            <a:lvl4pPr lvl="3" algn="l">
              <a:lnSpc>
                <a:spcPct val="100000"/>
              </a:lnSpc>
              <a:spcBef>
                <a:spcPts val="0"/>
              </a:spcBef>
              <a:spcAft>
                <a:spcPts val="0"/>
              </a:spcAft>
              <a:buClr>
                <a:schemeClr val="accent3"/>
              </a:buClr>
              <a:buSzPts val="2800"/>
              <a:buNone/>
              <a:defRPr>
                <a:solidFill>
                  <a:schemeClr val="accent3"/>
                </a:solidFill>
              </a:defRPr>
            </a:lvl4pPr>
            <a:lvl5pPr lvl="4" algn="l">
              <a:lnSpc>
                <a:spcPct val="100000"/>
              </a:lnSpc>
              <a:spcBef>
                <a:spcPts val="0"/>
              </a:spcBef>
              <a:spcAft>
                <a:spcPts val="0"/>
              </a:spcAft>
              <a:buClr>
                <a:schemeClr val="accent3"/>
              </a:buClr>
              <a:buSzPts val="2800"/>
              <a:buNone/>
              <a:defRPr>
                <a:solidFill>
                  <a:schemeClr val="accent3"/>
                </a:solidFill>
              </a:defRPr>
            </a:lvl5pPr>
            <a:lvl6pPr lvl="5" algn="l">
              <a:lnSpc>
                <a:spcPct val="100000"/>
              </a:lnSpc>
              <a:spcBef>
                <a:spcPts val="0"/>
              </a:spcBef>
              <a:spcAft>
                <a:spcPts val="0"/>
              </a:spcAft>
              <a:buClr>
                <a:schemeClr val="accent3"/>
              </a:buClr>
              <a:buSzPts val="2800"/>
              <a:buNone/>
              <a:defRPr>
                <a:solidFill>
                  <a:schemeClr val="accent3"/>
                </a:solidFill>
              </a:defRPr>
            </a:lvl6pPr>
            <a:lvl7pPr lvl="6" algn="l">
              <a:lnSpc>
                <a:spcPct val="100000"/>
              </a:lnSpc>
              <a:spcBef>
                <a:spcPts val="0"/>
              </a:spcBef>
              <a:spcAft>
                <a:spcPts val="0"/>
              </a:spcAft>
              <a:buClr>
                <a:schemeClr val="accent3"/>
              </a:buClr>
              <a:buSzPts val="2800"/>
              <a:buNone/>
              <a:defRPr>
                <a:solidFill>
                  <a:schemeClr val="accent3"/>
                </a:solidFill>
              </a:defRPr>
            </a:lvl7pPr>
            <a:lvl8pPr lvl="7" algn="l">
              <a:lnSpc>
                <a:spcPct val="100000"/>
              </a:lnSpc>
              <a:spcBef>
                <a:spcPts val="0"/>
              </a:spcBef>
              <a:spcAft>
                <a:spcPts val="0"/>
              </a:spcAft>
              <a:buClr>
                <a:schemeClr val="accent3"/>
              </a:buClr>
              <a:buSzPts val="2800"/>
              <a:buNone/>
              <a:defRPr>
                <a:solidFill>
                  <a:schemeClr val="accent3"/>
                </a:solidFill>
              </a:defRPr>
            </a:lvl8pPr>
            <a:lvl9pPr lvl="8" algn="l">
              <a:lnSpc>
                <a:spcPct val="100000"/>
              </a:lnSpc>
              <a:spcBef>
                <a:spcPts val="0"/>
              </a:spcBef>
              <a:spcAft>
                <a:spcPts val="0"/>
              </a:spcAft>
              <a:buClr>
                <a:schemeClr val="accent3"/>
              </a:buClr>
              <a:buSzPts val="2800"/>
              <a:buNone/>
              <a:defRPr>
                <a:solidFill>
                  <a:schemeClr val="accent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6"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8.jp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theme" Target="../theme/theme3.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0">
            <a:alphaModFix/>
          </a:blip>
          <a:stretch>
            <a:fillRect/>
          </a:stretch>
        </a:blip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sldNum" idx="12"/>
          </p:nvPr>
        </p:nvSpPr>
        <p:spPr>
          <a:xfrm>
            <a:off x="9120505" y="643683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p:cNvGrpSpPr/>
        <p:nvPr/>
      </p:nvGrpSpPr>
      <p:grpSpPr>
        <a:xfrm>
          <a:off x="0" y="0"/>
          <a:ext cx="0" cy="0"/>
          <a:chOff x="0" y="0"/>
          <a:chExt cx="0" cy="0"/>
        </a:xfrm>
      </p:grpSpPr>
      <p:pic>
        <p:nvPicPr>
          <p:cNvPr id="96" name="Google Shape;96;p28"/>
          <p:cNvPicPr preferRelativeResize="0"/>
          <p:nvPr/>
        </p:nvPicPr>
        <p:blipFill rotWithShape="1">
          <a:blip r:embed="rId15">
            <a:alphaModFix/>
          </a:blip>
          <a:srcRect/>
          <a:stretch/>
        </p:blipFill>
        <p:spPr>
          <a:xfrm>
            <a:off x="-1955" y="6356350"/>
            <a:ext cx="12192001" cy="501650"/>
          </a:xfrm>
          <a:prstGeom prst="rect">
            <a:avLst/>
          </a:prstGeom>
          <a:noFill/>
          <a:ln>
            <a:noFill/>
          </a:ln>
        </p:spPr>
      </p:pic>
      <p:sp>
        <p:nvSpPr>
          <p:cNvPr id="97" name="Google Shape;97;p28"/>
          <p:cNvSpPr txBox="1">
            <a:spLocks noGrp="1"/>
          </p:cNvSpPr>
          <p:nvPr>
            <p:ph type="title"/>
          </p:nvPr>
        </p:nvSpPr>
        <p:spPr>
          <a:xfrm>
            <a:off x="1123823" y="254000"/>
            <a:ext cx="10227754" cy="431800"/>
          </a:xfrm>
          <a:prstGeom prst="rect">
            <a:avLst/>
          </a:prstGeom>
          <a:noFill/>
          <a:ln>
            <a:noFill/>
          </a:ln>
        </p:spPr>
        <p:txBody>
          <a:bodyPr spcFirstLastPara="1" wrap="square" lIns="90000" tIns="46800" rIns="90000" bIns="46800" anchor="ctr" anchorCtr="0">
            <a:noAutofit/>
          </a:bodyPr>
          <a:lstStyle>
            <a:lvl1pPr marR="0" lvl="0" algn="l" rtl="0">
              <a:lnSpc>
                <a:spcPct val="90000"/>
              </a:lnSpc>
              <a:spcBef>
                <a:spcPts val="0"/>
              </a:spcBef>
              <a:spcAft>
                <a:spcPts val="0"/>
              </a:spcAft>
              <a:buClr>
                <a:srgbClr val="000000"/>
              </a:buClr>
              <a:buSzPts val="1400"/>
              <a:buFont typeface="Arial"/>
              <a:buNone/>
              <a:defRPr sz="2400" b="1" i="0" u="none" strike="noStrike" cap="none">
                <a:solidFill>
                  <a:srgbClr val="0070C0"/>
                </a:solidFill>
                <a:latin typeface="Tahoma"/>
                <a:ea typeface="Tahoma"/>
                <a:cs typeface="Tahoma"/>
                <a:sym typeface="Tahoma"/>
              </a:defRPr>
            </a:lvl1pPr>
            <a:lvl2pPr marR="0" lvl="1" algn="l" rtl="0">
              <a:lnSpc>
                <a:spcPct val="90000"/>
              </a:lnSpc>
              <a:spcBef>
                <a:spcPts val="0"/>
              </a:spcBef>
              <a:spcAft>
                <a:spcPts val="0"/>
              </a:spcAft>
              <a:buClr>
                <a:srgbClr val="000000"/>
              </a:buClr>
              <a:buSzPts val="1400"/>
              <a:buFont typeface="Arial"/>
              <a:buNone/>
              <a:defRPr sz="2400" b="1" i="0" u="none" strike="noStrike" cap="none">
                <a:solidFill>
                  <a:srgbClr val="0070C0"/>
                </a:solidFill>
                <a:latin typeface="Tahoma"/>
                <a:ea typeface="Tahoma"/>
                <a:cs typeface="Tahoma"/>
                <a:sym typeface="Tahoma"/>
              </a:defRPr>
            </a:lvl2pPr>
            <a:lvl3pPr marR="0" lvl="2" algn="l" rtl="0">
              <a:lnSpc>
                <a:spcPct val="90000"/>
              </a:lnSpc>
              <a:spcBef>
                <a:spcPts val="0"/>
              </a:spcBef>
              <a:spcAft>
                <a:spcPts val="0"/>
              </a:spcAft>
              <a:buClr>
                <a:srgbClr val="000000"/>
              </a:buClr>
              <a:buSzPts val="1400"/>
              <a:buFont typeface="Arial"/>
              <a:buNone/>
              <a:defRPr sz="2400" b="1" i="0" u="none" strike="noStrike" cap="none">
                <a:solidFill>
                  <a:srgbClr val="0070C0"/>
                </a:solidFill>
                <a:latin typeface="Tahoma"/>
                <a:ea typeface="Tahoma"/>
                <a:cs typeface="Tahoma"/>
                <a:sym typeface="Tahoma"/>
              </a:defRPr>
            </a:lvl3pPr>
            <a:lvl4pPr marR="0" lvl="3" algn="l" rtl="0">
              <a:lnSpc>
                <a:spcPct val="90000"/>
              </a:lnSpc>
              <a:spcBef>
                <a:spcPts val="0"/>
              </a:spcBef>
              <a:spcAft>
                <a:spcPts val="0"/>
              </a:spcAft>
              <a:buClr>
                <a:srgbClr val="000000"/>
              </a:buClr>
              <a:buSzPts val="1400"/>
              <a:buFont typeface="Arial"/>
              <a:buNone/>
              <a:defRPr sz="2400" b="1" i="0" u="none" strike="noStrike" cap="none">
                <a:solidFill>
                  <a:srgbClr val="0070C0"/>
                </a:solidFill>
                <a:latin typeface="Tahoma"/>
                <a:ea typeface="Tahoma"/>
                <a:cs typeface="Tahoma"/>
                <a:sym typeface="Tahoma"/>
              </a:defRPr>
            </a:lvl4pPr>
            <a:lvl5pPr marR="0" lvl="4" algn="l" rtl="0">
              <a:lnSpc>
                <a:spcPct val="90000"/>
              </a:lnSpc>
              <a:spcBef>
                <a:spcPts val="0"/>
              </a:spcBef>
              <a:spcAft>
                <a:spcPts val="0"/>
              </a:spcAft>
              <a:buClr>
                <a:srgbClr val="000000"/>
              </a:buClr>
              <a:buSzPts val="1400"/>
              <a:buFont typeface="Arial"/>
              <a:buNone/>
              <a:defRPr sz="2400" b="1" i="0" u="none" strike="noStrike" cap="none">
                <a:solidFill>
                  <a:srgbClr val="0070C0"/>
                </a:solidFill>
                <a:latin typeface="Tahoma"/>
                <a:ea typeface="Tahoma"/>
                <a:cs typeface="Tahoma"/>
                <a:sym typeface="Tahoma"/>
              </a:defRPr>
            </a:lvl5pPr>
            <a:lvl6pPr marR="0" lvl="5" algn="l" rtl="0">
              <a:lnSpc>
                <a:spcPct val="90000"/>
              </a:lnSpc>
              <a:spcBef>
                <a:spcPts val="0"/>
              </a:spcBef>
              <a:spcAft>
                <a:spcPts val="0"/>
              </a:spcAft>
              <a:buClr>
                <a:srgbClr val="000000"/>
              </a:buClr>
              <a:buSzPts val="1400"/>
              <a:buFont typeface="Arial"/>
              <a:buNone/>
              <a:defRPr sz="35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1400"/>
              <a:buFont typeface="Arial"/>
              <a:buNone/>
              <a:defRPr sz="35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1400"/>
              <a:buFont typeface="Arial"/>
              <a:buNone/>
              <a:defRPr sz="35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1400"/>
              <a:buFont typeface="Arial"/>
              <a:buNone/>
              <a:defRPr sz="3500" b="0" i="0" u="none" strike="noStrike" cap="none">
                <a:solidFill>
                  <a:srgbClr val="000000"/>
                </a:solidFill>
                <a:latin typeface="Calibri"/>
                <a:ea typeface="Calibri"/>
                <a:cs typeface="Calibri"/>
                <a:sym typeface="Calibri"/>
              </a:defRPr>
            </a:lvl9pPr>
          </a:lstStyle>
          <a:p>
            <a:endParaRPr/>
          </a:p>
        </p:txBody>
      </p:sp>
      <p:sp>
        <p:nvSpPr>
          <p:cNvPr id="98" name="Google Shape;98;p28"/>
          <p:cNvSpPr txBox="1">
            <a:spLocks noGrp="1"/>
          </p:cNvSpPr>
          <p:nvPr>
            <p:ph type="body" idx="1"/>
          </p:nvPr>
        </p:nvSpPr>
        <p:spPr>
          <a:xfrm>
            <a:off x="838470" y="1066801"/>
            <a:ext cx="10513107" cy="5108575"/>
          </a:xfrm>
          <a:prstGeom prst="rect">
            <a:avLst/>
          </a:prstGeom>
          <a:noFill/>
          <a:ln>
            <a:noFill/>
          </a:ln>
        </p:spPr>
        <p:txBody>
          <a:bodyPr spcFirstLastPara="1" wrap="square" lIns="90000" tIns="46800" rIns="90000" bIns="46800" anchor="t" anchorCtr="0">
            <a:noAutofit/>
          </a:bodyPr>
          <a:lstStyle>
            <a:lvl1pPr marL="457200" marR="0" lvl="0" indent="-355600" algn="l" rtl="0">
              <a:lnSpc>
                <a:spcPct val="90000"/>
              </a:lnSpc>
              <a:spcBef>
                <a:spcPts val="815"/>
              </a:spcBef>
              <a:spcAft>
                <a:spcPts val="0"/>
              </a:spcAft>
              <a:buClr>
                <a:srgbClr val="000000"/>
              </a:buClr>
              <a:buSzPts val="2000"/>
              <a:buFont typeface="Tahoma"/>
              <a:buChar char="●"/>
              <a:defRPr sz="2000" b="0" i="0" u="none" strike="noStrike" cap="none">
                <a:solidFill>
                  <a:srgbClr val="000000"/>
                </a:solidFill>
                <a:latin typeface="Tahoma"/>
                <a:ea typeface="Tahoma"/>
                <a:cs typeface="Tahoma"/>
                <a:sym typeface="Tahoma"/>
              </a:defRPr>
            </a:lvl1pPr>
            <a:lvl2pPr marL="914400" marR="0" lvl="1" indent="-342900" algn="l" rtl="0">
              <a:lnSpc>
                <a:spcPct val="90000"/>
              </a:lnSpc>
              <a:spcBef>
                <a:spcPts val="400"/>
              </a:spcBef>
              <a:spcAft>
                <a:spcPts val="0"/>
              </a:spcAft>
              <a:buClr>
                <a:srgbClr val="000000"/>
              </a:buClr>
              <a:buSzPts val="1800"/>
              <a:buFont typeface="Tahoma"/>
              <a:buChar char="─"/>
              <a:defRPr sz="1800" b="0" i="0" u="none" strike="noStrike" cap="none">
                <a:solidFill>
                  <a:srgbClr val="000000"/>
                </a:solidFill>
                <a:latin typeface="Tahoma"/>
                <a:ea typeface="Tahoma"/>
                <a:cs typeface="Tahoma"/>
                <a:sym typeface="Tahoma"/>
              </a:defRPr>
            </a:lvl2pPr>
            <a:lvl3pPr marL="1371600" marR="0" lvl="2" indent="-330200" algn="l" rtl="0">
              <a:lnSpc>
                <a:spcPct val="90000"/>
              </a:lnSpc>
              <a:spcBef>
                <a:spcPts val="400"/>
              </a:spcBef>
              <a:spcAft>
                <a:spcPts val="0"/>
              </a:spcAft>
              <a:buClr>
                <a:srgbClr val="000000"/>
              </a:buClr>
              <a:buSzPts val="1600"/>
              <a:buFont typeface="Tahoma"/>
              <a:buChar char="▪"/>
              <a:defRPr sz="1600" b="0" i="0" u="none" strike="noStrike" cap="none">
                <a:solidFill>
                  <a:srgbClr val="000000"/>
                </a:solidFill>
                <a:latin typeface="Tahoma"/>
                <a:ea typeface="Tahoma"/>
                <a:cs typeface="Tahoma"/>
                <a:sym typeface="Tahoma"/>
              </a:defRPr>
            </a:lvl3pPr>
            <a:lvl4pPr marL="1828800" marR="0" lvl="3" indent="-228600" algn="l" rtl="0">
              <a:lnSpc>
                <a:spcPct val="90000"/>
              </a:lnSpc>
              <a:spcBef>
                <a:spcPts val="400"/>
              </a:spcBef>
              <a:spcAft>
                <a:spcPts val="0"/>
              </a:spcAft>
              <a:buClr>
                <a:srgbClr val="000000"/>
              </a:buClr>
              <a:buSzPts val="1400"/>
              <a:buFont typeface="Arial"/>
              <a:buNone/>
              <a:defRPr sz="1400" b="0" i="0" u="none" strike="noStrike" cap="none">
                <a:solidFill>
                  <a:srgbClr val="000000"/>
                </a:solidFill>
                <a:latin typeface="Tahoma"/>
                <a:ea typeface="Tahoma"/>
                <a:cs typeface="Tahoma"/>
                <a:sym typeface="Tahoma"/>
              </a:defRPr>
            </a:lvl4pPr>
            <a:lvl5pPr marL="2286000" marR="0" lvl="4" indent="-228600" algn="l" rtl="0">
              <a:lnSpc>
                <a:spcPct val="90000"/>
              </a:lnSpc>
              <a:spcBef>
                <a:spcPts val="400"/>
              </a:spcBef>
              <a:spcAft>
                <a:spcPts val="0"/>
              </a:spcAft>
              <a:buClr>
                <a:srgbClr val="000000"/>
              </a:buClr>
              <a:buSzPts val="1400"/>
              <a:buFont typeface="Arial"/>
              <a:buNone/>
              <a:defRPr sz="1400" b="0" i="0" u="none" strike="noStrike" cap="none">
                <a:solidFill>
                  <a:srgbClr val="000000"/>
                </a:solidFill>
                <a:latin typeface="Tahoma"/>
                <a:ea typeface="Tahoma"/>
                <a:cs typeface="Tahoma"/>
                <a:sym typeface="Tahom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9" name="Google Shape;99;p28"/>
          <p:cNvSpPr txBox="1"/>
          <p:nvPr/>
        </p:nvSpPr>
        <p:spPr>
          <a:xfrm>
            <a:off x="842379" y="6416676"/>
            <a:ext cx="2742124"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Times New Roman"/>
              <a:buNone/>
            </a:pPr>
            <a:endParaRPr sz="1800" b="0" i="0" u="none" strike="noStrike" cap="none">
              <a:solidFill>
                <a:schemeClr val="dk1"/>
              </a:solidFill>
              <a:latin typeface="Calibri"/>
              <a:ea typeface="Calibri"/>
              <a:cs typeface="Calibri"/>
              <a:sym typeface="Calibri"/>
            </a:endParaRPr>
          </a:p>
        </p:txBody>
      </p:sp>
      <p:sp>
        <p:nvSpPr>
          <p:cNvPr id="100" name="Google Shape;100;p28"/>
          <p:cNvSpPr txBox="1">
            <a:spLocks noGrp="1"/>
          </p:cNvSpPr>
          <p:nvPr>
            <p:ph type="sldNum" idx="12"/>
          </p:nvPr>
        </p:nvSpPr>
        <p:spPr>
          <a:xfrm>
            <a:off x="4725915" y="6418264"/>
            <a:ext cx="2740171" cy="363537"/>
          </a:xfrm>
          <a:prstGeom prst="rect">
            <a:avLst/>
          </a:prstGeom>
          <a:noFill/>
          <a:ln>
            <a:noFill/>
          </a:ln>
        </p:spPr>
        <p:txBody>
          <a:bodyPr spcFirstLastPara="1" wrap="square" lIns="90000" tIns="46800" rIns="90000" bIns="46800" anchor="ctr" anchorCtr="0">
            <a:noAutofit/>
          </a:bodyPr>
          <a:lstStyle>
            <a:lvl1pPr marL="0" marR="0" lvl="0"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FFFFFF"/>
              </a:buClr>
              <a:buSzPts val="1600"/>
              <a:buFont typeface="Arial"/>
              <a:buNone/>
              <a:defRPr sz="16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pic>
        <p:nvPicPr>
          <p:cNvPr id="101" name="Google Shape;101;p28"/>
          <p:cNvPicPr preferRelativeResize="0"/>
          <p:nvPr/>
        </p:nvPicPr>
        <p:blipFill rotWithShape="1">
          <a:blip r:embed="rId16">
            <a:alphaModFix/>
          </a:blip>
          <a:srcRect/>
          <a:stretch/>
        </p:blipFill>
        <p:spPr>
          <a:xfrm>
            <a:off x="279491" y="204788"/>
            <a:ext cx="558980" cy="681039"/>
          </a:xfrm>
          <a:prstGeom prst="rect">
            <a:avLst/>
          </a:prstGeom>
          <a:noFill/>
          <a:ln>
            <a:noFill/>
          </a:ln>
        </p:spPr>
      </p:pic>
      <p:cxnSp>
        <p:nvCxnSpPr>
          <p:cNvPr id="102" name="Google Shape;102;p28"/>
          <p:cNvCxnSpPr/>
          <p:nvPr/>
        </p:nvCxnSpPr>
        <p:spPr>
          <a:xfrm>
            <a:off x="1123823" y="838200"/>
            <a:ext cx="10227754" cy="0"/>
          </a:xfrm>
          <a:prstGeom prst="straightConnector1">
            <a:avLst/>
          </a:prstGeom>
          <a:noFill/>
          <a:ln w="38100" cap="flat" cmpd="sng">
            <a:solidFill>
              <a:srgbClr val="0070C0"/>
            </a:solidFill>
            <a:prstDash val="solid"/>
            <a:miter lim="800000"/>
            <a:headEnd type="none" w="sm" len="sm"/>
            <a:tailEnd type="none" w="sm" len="sm"/>
          </a:ln>
        </p:spPr>
      </p:cxnSp>
      <p:sp>
        <p:nvSpPr>
          <p:cNvPr id="103" name="Google Shape;103;p28"/>
          <p:cNvSpPr txBox="1"/>
          <p:nvPr/>
        </p:nvSpPr>
        <p:spPr>
          <a:xfrm>
            <a:off x="279491" y="6422509"/>
            <a:ext cx="311141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30"/>
          <p:cNvSpPr txBox="1">
            <a:spLocks noGrp="1"/>
          </p:cNvSpPr>
          <p:nvPr>
            <p:ph type="title"/>
          </p:nvPr>
        </p:nvSpPr>
        <p:spPr>
          <a:xfrm>
            <a:off x="838209" y="365125"/>
            <a:ext cx="10515638"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7" name="Google Shape;157;p30"/>
          <p:cNvSpPr txBox="1">
            <a:spLocks noGrp="1"/>
          </p:cNvSpPr>
          <p:nvPr>
            <p:ph type="body" idx="1"/>
          </p:nvPr>
        </p:nvSpPr>
        <p:spPr>
          <a:xfrm>
            <a:off x="838209" y="1825625"/>
            <a:ext cx="10515638"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8" name="Google Shape;158;p30"/>
          <p:cNvSpPr txBox="1">
            <a:spLocks noGrp="1"/>
          </p:cNvSpPr>
          <p:nvPr>
            <p:ph type="dt" idx="10"/>
          </p:nvPr>
        </p:nvSpPr>
        <p:spPr>
          <a:xfrm>
            <a:off x="838208" y="6356350"/>
            <a:ext cx="2743314"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9" name="Google Shape;159;p30"/>
          <p:cNvSpPr txBox="1">
            <a:spLocks noGrp="1"/>
          </p:cNvSpPr>
          <p:nvPr>
            <p:ph type="ftr" idx="11"/>
          </p:nvPr>
        </p:nvSpPr>
        <p:spPr>
          <a:xfrm>
            <a:off x="4038642" y="6356350"/>
            <a:ext cx="4114972"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0" name="Google Shape;160;p30"/>
          <p:cNvSpPr txBox="1">
            <a:spLocks noGrp="1"/>
          </p:cNvSpPr>
          <p:nvPr>
            <p:ph type="sldNum" idx="12"/>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33.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33.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33.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33.xml"/><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37.xml"/><Relationship Id="rId1" Type="http://schemas.openxmlformats.org/officeDocument/2006/relationships/slideLayout" Target="../slideLayouts/slideLayout35.xml"/><Relationship Id="rId5" Type="http://schemas.openxmlformats.org/officeDocument/2006/relationships/image" Target="../media/image55.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1"/>
          <p:cNvPicPr preferRelativeResize="0"/>
          <p:nvPr/>
        </p:nvPicPr>
        <p:blipFill rotWithShape="1">
          <a:blip r:embed="rId3">
            <a:alphaModFix/>
          </a:blip>
          <a:srcRect/>
          <a:stretch/>
        </p:blipFill>
        <p:spPr>
          <a:xfrm>
            <a:off x="5269454" y="0"/>
            <a:ext cx="6922546" cy="6858000"/>
          </a:xfrm>
          <a:prstGeom prst="rect">
            <a:avLst/>
          </a:prstGeom>
          <a:noFill/>
          <a:ln>
            <a:noFill/>
          </a:ln>
        </p:spPr>
      </p:pic>
      <p:pic>
        <p:nvPicPr>
          <p:cNvPr id="254" name="Google Shape;254;p1"/>
          <p:cNvPicPr preferRelativeResize="0"/>
          <p:nvPr/>
        </p:nvPicPr>
        <p:blipFill rotWithShape="1">
          <a:blip r:embed="rId4">
            <a:alphaModFix/>
          </a:blip>
          <a:srcRect/>
          <a:stretch/>
        </p:blipFill>
        <p:spPr>
          <a:xfrm>
            <a:off x="0" y="0"/>
            <a:ext cx="7132320" cy="6858000"/>
          </a:xfrm>
          <a:prstGeom prst="rect">
            <a:avLst/>
          </a:prstGeom>
          <a:noFill/>
          <a:ln>
            <a:noFill/>
          </a:ln>
        </p:spPr>
      </p:pic>
      <p:sp>
        <p:nvSpPr>
          <p:cNvPr id="255" name="Google Shape;255;p1"/>
          <p:cNvSpPr/>
          <p:nvPr/>
        </p:nvSpPr>
        <p:spPr>
          <a:xfrm>
            <a:off x="502837" y="6198684"/>
            <a:ext cx="5005064" cy="3359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dirty="0" err="1" smtClean="0">
                <a:solidFill>
                  <a:schemeClr val="lt1"/>
                </a:solidFill>
                <a:latin typeface="Open Sans"/>
                <a:ea typeface="Open Sans"/>
                <a:cs typeface="Open Sans"/>
                <a:sym typeface="Open Sans"/>
              </a:rPr>
              <a:t>Quảng</a:t>
            </a:r>
            <a:r>
              <a:rPr lang="en-US" sz="1600" dirty="0" smtClean="0">
                <a:solidFill>
                  <a:schemeClr val="lt1"/>
                </a:solidFill>
                <a:latin typeface="Open Sans"/>
                <a:ea typeface="Open Sans"/>
                <a:cs typeface="Open Sans"/>
                <a:sym typeface="Open Sans"/>
              </a:rPr>
              <a:t> </a:t>
            </a:r>
            <a:r>
              <a:rPr lang="en-US" sz="1600" dirty="0" err="1" smtClean="0">
                <a:solidFill>
                  <a:schemeClr val="lt1"/>
                </a:solidFill>
                <a:latin typeface="Open Sans"/>
                <a:ea typeface="Open Sans"/>
                <a:cs typeface="Open Sans"/>
                <a:sym typeface="Open Sans"/>
              </a:rPr>
              <a:t>Ngãi</a:t>
            </a:r>
            <a:r>
              <a:rPr lang="en-US" sz="1600" b="0" i="0" u="none" strike="noStrike" cap="none" dirty="0" smtClean="0">
                <a:solidFill>
                  <a:schemeClr val="lt1"/>
                </a:solidFill>
                <a:latin typeface="Open Sans"/>
                <a:ea typeface="Open Sans"/>
                <a:cs typeface="Open Sans"/>
                <a:sym typeface="Open Sans"/>
              </a:rPr>
              <a:t>, </a:t>
            </a:r>
            <a:r>
              <a:rPr lang="en-US" sz="1600" b="0" i="0" u="none" strike="noStrike" cap="none" dirty="0" err="1">
                <a:solidFill>
                  <a:schemeClr val="lt1"/>
                </a:solidFill>
                <a:latin typeface="Open Sans"/>
                <a:ea typeface="Open Sans"/>
                <a:cs typeface="Open Sans"/>
                <a:sym typeface="Open Sans"/>
              </a:rPr>
              <a:t>tháng</a:t>
            </a:r>
            <a:r>
              <a:rPr lang="en-US" sz="1600" b="0" i="0" u="none" strike="noStrike" cap="none">
                <a:solidFill>
                  <a:schemeClr val="lt1"/>
                </a:solidFill>
                <a:latin typeface="Open Sans"/>
                <a:ea typeface="Open Sans"/>
                <a:cs typeface="Open Sans"/>
                <a:sym typeface="Open Sans"/>
              </a:rPr>
              <a:t> </a:t>
            </a:r>
            <a:r>
              <a:rPr lang="en-US" sz="1600" b="0" i="0" u="none" strike="noStrike" cap="none" smtClean="0">
                <a:solidFill>
                  <a:schemeClr val="lt1"/>
                </a:solidFill>
                <a:latin typeface="Open Sans"/>
                <a:ea typeface="Open Sans"/>
                <a:cs typeface="Open Sans"/>
                <a:sym typeface="Open Sans"/>
              </a:rPr>
              <a:t>08/2026</a:t>
            </a:r>
            <a:endParaRPr sz="1400" b="0" i="0" u="none" strike="noStrike" cap="none" dirty="0">
              <a:solidFill>
                <a:srgbClr val="000000"/>
              </a:solidFill>
              <a:latin typeface="Open Sans"/>
              <a:ea typeface="Open Sans"/>
              <a:cs typeface="Open Sans"/>
              <a:sym typeface="Open Sans"/>
            </a:endParaRPr>
          </a:p>
        </p:txBody>
      </p:sp>
      <p:sp>
        <p:nvSpPr>
          <p:cNvPr id="256" name="Google Shape;256;p1"/>
          <p:cNvSpPr txBox="1"/>
          <p:nvPr/>
        </p:nvSpPr>
        <p:spPr>
          <a:xfrm>
            <a:off x="0" y="3204935"/>
            <a:ext cx="5574323" cy="2445100"/>
          </a:xfrm>
          <a:prstGeom prst="rect">
            <a:avLst/>
          </a:prstGeom>
          <a:noFill/>
          <a:ln>
            <a:noFill/>
          </a:ln>
        </p:spPr>
        <p:txBody>
          <a:bodyPr spcFirstLastPara="1" wrap="square" lIns="92075" tIns="46025" rIns="92075" bIns="46025" anchor="t" anchorCtr="0">
            <a:noAutofit/>
          </a:bodyPr>
          <a:lstStyle/>
          <a:p>
            <a:pPr marL="0" marR="0" lvl="0" indent="0" algn="ctr" rtl="0">
              <a:lnSpc>
                <a:spcPct val="150000"/>
              </a:lnSpc>
              <a:spcBef>
                <a:spcPts val="0"/>
              </a:spcBef>
              <a:spcAft>
                <a:spcPts val="0"/>
              </a:spcAft>
              <a:buNone/>
            </a:pPr>
            <a:r>
              <a:rPr lang="en-US" sz="2800" b="1" i="0" u="none" strike="noStrike" cap="none">
                <a:solidFill>
                  <a:schemeClr val="lt1"/>
                </a:solidFill>
                <a:latin typeface="Arial"/>
                <a:ea typeface="Arial"/>
                <a:cs typeface="Arial"/>
                <a:sym typeface="Arial"/>
              </a:rPr>
              <a:t>HỆ THỐNG ĐÁNH GIÁ, XẾP LOẠI CHẤT LƯỢNG CBCCVC</a:t>
            </a:r>
            <a:endParaRPr/>
          </a:p>
          <a:p>
            <a:pPr marL="0" marR="0" lvl="0" indent="0" algn="ctr" rtl="0">
              <a:lnSpc>
                <a:spcPct val="150000"/>
              </a:lnSpc>
              <a:spcBef>
                <a:spcPts val="0"/>
              </a:spcBef>
              <a:spcAft>
                <a:spcPts val="0"/>
              </a:spcAft>
              <a:buNone/>
            </a:pPr>
            <a:r>
              <a:rPr lang="en-US" sz="2800" b="1" i="0" u="none" strike="noStrike" cap="none">
                <a:solidFill>
                  <a:schemeClr val="lt1"/>
                </a:solidFill>
                <a:latin typeface="Arial"/>
                <a:ea typeface="Arial"/>
                <a:cs typeface="Arial"/>
                <a:sym typeface="Arial"/>
              </a:rPr>
              <a:t>VNPT - ĐGCB</a:t>
            </a:r>
            <a:endParaRPr sz="2800" b="1" i="0" u="none" strike="noStrike" cap="none">
              <a:solidFill>
                <a:schemeClr val="lt1"/>
              </a:solidFill>
              <a:latin typeface="Arial"/>
              <a:ea typeface="Arial"/>
              <a:cs typeface="Arial"/>
              <a:sym typeface="Arial"/>
            </a:endParaRPr>
          </a:p>
        </p:txBody>
      </p:sp>
      <p:pic>
        <p:nvPicPr>
          <p:cNvPr id="257" name="Google Shape;257;p1"/>
          <p:cNvPicPr preferRelativeResize="0"/>
          <p:nvPr/>
        </p:nvPicPr>
        <p:blipFill rotWithShape="1">
          <a:blip r:embed="rId5">
            <a:alphaModFix/>
          </a:blip>
          <a:srcRect/>
          <a:stretch/>
        </p:blipFill>
        <p:spPr>
          <a:xfrm>
            <a:off x="669146" y="2506572"/>
            <a:ext cx="4236030" cy="216677"/>
          </a:xfrm>
          <a:prstGeom prst="rect">
            <a:avLst/>
          </a:prstGeom>
          <a:noFill/>
          <a:ln>
            <a:noFill/>
          </a:ln>
        </p:spPr>
      </p:pic>
      <p:pic>
        <p:nvPicPr>
          <p:cNvPr id="258" name="Google Shape;258;p1"/>
          <p:cNvPicPr preferRelativeResize="0"/>
          <p:nvPr/>
        </p:nvPicPr>
        <p:blipFill rotWithShape="1">
          <a:blip r:embed="rId6">
            <a:alphaModFix/>
          </a:blip>
          <a:srcRect l="29652" r="27973" b="19270"/>
          <a:stretch/>
        </p:blipFill>
        <p:spPr>
          <a:xfrm>
            <a:off x="2075544" y="540850"/>
            <a:ext cx="1509485" cy="1453754"/>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
          <p:cNvSpPr/>
          <p:nvPr/>
        </p:nvSpPr>
        <p:spPr>
          <a:xfrm>
            <a:off x="0" y="11159"/>
            <a:ext cx="12192000" cy="6359236"/>
          </a:xfrm>
          <a:prstGeom prst="rect">
            <a:avLst/>
          </a:prstGeom>
          <a:solidFill>
            <a:srgbClr val="01467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500"/>
              <a:buFont typeface="Times New Roman"/>
              <a:buNone/>
            </a:pPr>
            <a:endParaRPr sz="2500" b="0" i="0" u="none" strike="noStrike" cap="none">
              <a:solidFill>
                <a:schemeClr val="lt1"/>
              </a:solidFill>
              <a:latin typeface="Open Sans"/>
              <a:ea typeface="Open Sans"/>
              <a:cs typeface="Open Sans"/>
              <a:sym typeface="Open Sans"/>
            </a:endParaRPr>
          </a:p>
        </p:txBody>
      </p:sp>
      <p:pic>
        <p:nvPicPr>
          <p:cNvPr id="265" name="Google Shape;265;p2"/>
          <p:cNvPicPr preferRelativeResize="0"/>
          <p:nvPr/>
        </p:nvPicPr>
        <p:blipFill rotWithShape="1">
          <a:blip r:embed="rId3">
            <a:alphaModFix/>
          </a:blip>
          <a:srcRect/>
          <a:stretch/>
        </p:blipFill>
        <p:spPr>
          <a:xfrm>
            <a:off x="-163026" y="1592796"/>
            <a:ext cx="3948674" cy="3848984"/>
          </a:xfrm>
          <a:prstGeom prst="rect">
            <a:avLst/>
          </a:prstGeom>
          <a:noFill/>
          <a:ln>
            <a:noFill/>
          </a:ln>
        </p:spPr>
      </p:pic>
      <p:sp>
        <p:nvSpPr>
          <p:cNvPr id="266" name="Google Shape;266;p2"/>
          <p:cNvSpPr txBox="1"/>
          <p:nvPr/>
        </p:nvSpPr>
        <p:spPr>
          <a:xfrm>
            <a:off x="282159" y="3258622"/>
            <a:ext cx="1796023" cy="431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r>
              <a:rPr lang="en-US" sz="2400" b="1" i="0" u="none" strike="noStrike" cap="none">
                <a:solidFill>
                  <a:schemeClr val="lt1"/>
                </a:solidFill>
                <a:latin typeface="Open Sans"/>
                <a:ea typeface="Open Sans"/>
                <a:cs typeface="Open Sans"/>
                <a:sym typeface="Open Sans"/>
              </a:rPr>
              <a:t>NỘI DUNG</a:t>
            </a:r>
            <a:endParaRPr/>
          </a:p>
        </p:txBody>
      </p:sp>
      <p:sp>
        <p:nvSpPr>
          <p:cNvPr id="267" name="Google Shape;267;p2"/>
          <p:cNvSpPr/>
          <p:nvPr/>
        </p:nvSpPr>
        <p:spPr>
          <a:xfrm>
            <a:off x="3849148" y="1785600"/>
            <a:ext cx="7469340"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1" i="0" u="none" strike="noStrike" cap="none">
                <a:solidFill>
                  <a:schemeClr val="lt1"/>
                </a:solidFill>
                <a:latin typeface="Open Sans"/>
                <a:ea typeface="Open Sans"/>
                <a:cs typeface="Open Sans"/>
                <a:sym typeface="Open Sans"/>
              </a:rPr>
              <a:t>CƠ SỞ PHÁP LÝ</a:t>
            </a:r>
            <a:endParaRPr/>
          </a:p>
        </p:txBody>
      </p:sp>
      <p:sp>
        <p:nvSpPr>
          <p:cNvPr id="268" name="Google Shape;268;p2"/>
          <p:cNvSpPr/>
          <p:nvPr/>
        </p:nvSpPr>
        <p:spPr>
          <a:xfrm>
            <a:off x="3866345" y="3650062"/>
            <a:ext cx="8043496"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1" i="0" u="none" strike="noStrike" cap="none">
                <a:solidFill>
                  <a:schemeClr val="lt1"/>
                </a:solidFill>
                <a:latin typeface="Open Sans"/>
                <a:ea typeface="Open Sans"/>
                <a:cs typeface="Open Sans"/>
                <a:sym typeface="Open Sans"/>
              </a:rPr>
              <a:t>MỘT SỐ MÀN HÌNH GIAO DIỆN HỆ THỐNG</a:t>
            </a:r>
            <a:endParaRPr/>
          </a:p>
        </p:txBody>
      </p:sp>
      <p:sp>
        <p:nvSpPr>
          <p:cNvPr id="269" name="Google Shape;269;p2"/>
          <p:cNvSpPr/>
          <p:nvPr/>
        </p:nvSpPr>
        <p:spPr>
          <a:xfrm>
            <a:off x="3866345" y="4387902"/>
            <a:ext cx="8043495" cy="6001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b="1" i="0" u="none" strike="noStrike" cap="none" dirty="0">
                <a:solidFill>
                  <a:schemeClr val="lt1"/>
                </a:solidFill>
                <a:latin typeface="Open Sans"/>
                <a:ea typeface="Open Sans"/>
                <a:cs typeface="Open Sans"/>
                <a:sym typeface="Open Sans"/>
              </a:rPr>
              <a:t>TRAO ĐỔI, THẢO LUẬN</a:t>
            </a:r>
            <a:endParaRPr dirty="0"/>
          </a:p>
        </p:txBody>
      </p:sp>
      <p:cxnSp>
        <p:nvCxnSpPr>
          <p:cNvPr id="270" name="Google Shape;270;p2"/>
          <p:cNvCxnSpPr/>
          <p:nvPr/>
        </p:nvCxnSpPr>
        <p:spPr>
          <a:xfrm>
            <a:off x="3731673" y="1785600"/>
            <a:ext cx="0" cy="549718"/>
          </a:xfrm>
          <a:prstGeom prst="straightConnector1">
            <a:avLst/>
          </a:prstGeom>
          <a:noFill/>
          <a:ln w="38100" cap="flat" cmpd="sng">
            <a:solidFill>
              <a:srgbClr val="0082D2"/>
            </a:solidFill>
            <a:prstDash val="solid"/>
            <a:round/>
            <a:headEnd type="none" w="sm" len="sm"/>
            <a:tailEnd type="none" w="sm" len="sm"/>
          </a:ln>
        </p:spPr>
      </p:cxnSp>
      <p:cxnSp>
        <p:nvCxnSpPr>
          <p:cNvPr id="271" name="Google Shape;271;p2"/>
          <p:cNvCxnSpPr/>
          <p:nvPr/>
        </p:nvCxnSpPr>
        <p:spPr>
          <a:xfrm>
            <a:off x="3732001" y="2756200"/>
            <a:ext cx="0" cy="499744"/>
          </a:xfrm>
          <a:prstGeom prst="straightConnector1">
            <a:avLst/>
          </a:prstGeom>
          <a:noFill/>
          <a:ln w="38100" cap="flat" cmpd="sng">
            <a:solidFill>
              <a:srgbClr val="00AAE1"/>
            </a:solidFill>
            <a:prstDash val="solid"/>
            <a:round/>
            <a:headEnd type="none" w="sm" len="sm"/>
            <a:tailEnd type="none" w="sm" len="sm"/>
          </a:ln>
        </p:spPr>
      </p:cxnSp>
      <p:cxnSp>
        <p:nvCxnSpPr>
          <p:cNvPr id="272" name="Google Shape;272;p2"/>
          <p:cNvCxnSpPr/>
          <p:nvPr/>
        </p:nvCxnSpPr>
        <p:spPr>
          <a:xfrm>
            <a:off x="3742182" y="3637444"/>
            <a:ext cx="0" cy="499744"/>
          </a:xfrm>
          <a:prstGeom prst="straightConnector1">
            <a:avLst/>
          </a:prstGeom>
          <a:noFill/>
          <a:ln w="38100" cap="flat" cmpd="sng">
            <a:solidFill>
              <a:srgbClr val="00D7E1"/>
            </a:solidFill>
            <a:prstDash val="solid"/>
            <a:round/>
            <a:headEnd type="none" w="sm" len="sm"/>
            <a:tailEnd type="none" w="sm" len="sm"/>
          </a:ln>
        </p:spPr>
      </p:cxnSp>
      <p:cxnSp>
        <p:nvCxnSpPr>
          <p:cNvPr id="273" name="Google Shape;273;p2"/>
          <p:cNvCxnSpPr/>
          <p:nvPr/>
        </p:nvCxnSpPr>
        <p:spPr>
          <a:xfrm>
            <a:off x="3742182" y="4614085"/>
            <a:ext cx="0" cy="454313"/>
          </a:xfrm>
          <a:prstGeom prst="straightConnector1">
            <a:avLst/>
          </a:prstGeom>
          <a:noFill/>
          <a:ln w="38100" cap="flat" cmpd="sng">
            <a:solidFill>
              <a:srgbClr val="00D2AA"/>
            </a:solidFill>
            <a:prstDash val="solid"/>
            <a:round/>
            <a:headEnd type="none" w="sm" len="sm"/>
            <a:tailEnd type="none" w="sm" len="sm"/>
          </a:ln>
        </p:spPr>
      </p:cxnSp>
      <p:sp>
        <p:nvSpPr>
          <p:cNvPr id="274" name="Google Shape;274;p2"/>
          <p:cNvSpPr/>
          <p:nvPr/>
        </p:nvSpPr>
        <p:spPr>
          <a:xfrm>
            <a:off x="3849148" y="2826049"/>
            <a:ext cx="7696676"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1" i="0" u="none" strike="noStrike" cap="none">
                <a:solidFill>
                  <a:schemeClr val="lt1"/>
                </a:solidFill>
                <a:latin typeface="Open Sans"/>
                <a:ea typeface="Open Sans"/>
                <a:cs typeface="Open Sans"/>
                <a:sym typeface="Open Sans"/>
              </a:rPr>
              <a:t>GIẢI PHÁP ĐÁNH GIÁ, XẾP LOẠI CHẤT LƯỢNG CBCCVC</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500"/>
                                        <p:tgtEl>
                                          <p:spTgt spid="265"/>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67"/>
                                        </p:tgtEl>
                                        <p:attrNameLst>
                                          <p:attrName>style.visibility</p:attrName>
                                        </p:attrNameLst>
                                      </p:cBhvr>
                                      <p:to>
                                        <p:strVal val="visible"/>
                                      </p:to>
                                    </p:set>
                                    <p:anim calcmode="lin" valueType="num">
                                      <p:cBhvr additive="base">
                                        <p:cTn id="11" dur="500"/>
                                        <p:tgtEl>
                                          <p:spTgt spid="267"/>
                                        </p:tgtEl>
                                        <p:attrNameLst>
                                          <p:attrName>ppt_x</p:attrName>
                                        </p:attrNameLst>
                                      </p:cBhvr>
                                      <p:tavLst>
                                        <p:tav tm="0">
                                          <p:val>
                                            <p:strVal val="#ppt_x+1"/>
                                          </p:val>
                                        </p:tav>
                                        <p:tav tm="100000">
                                          <p:val>
                                            <p:strVal val="#ppt_x"/>
                                          </p:val>
                                        </p:tav>
                                      </p:tavLst>
                                    </p:anim>
                                  </p:childTnLst>
                                </p:cTn>
                              </p:par>
                              <p:par>
                                <p:cTn id="12" presetID="2" presetClass="entr" presetSubtype="2" fill="hold" nodeType="withEffect">
                                  <p:stCondLst>
                                    <p:cond delay="300"/>
                                  </p:stCondLst>
                                  <p:childTnLst>
                                    <p:set>
                                      <p:cBhvr>
                                        <p:cTn id="13" dur="1" fill="hold">
                                          <p:stCondLst>
                                            <p:cond delay="0"/>
                                          </p:stCondLst>
                                        </p:cTn>
                                        <p:tgtEl>
                                          <p:spTgt spid="268"/>
                                        </p:tgtEl>
                                        <p:attrNameLst>
                                          <p:attrName>style.visibility</p:attrName>
                                        </p:attrNameLst>
                                      </p:cBhvr>
                                      <p:to>
                                        <p:strVal val="visible"/>
                                      </p:to>
                                    </p:set>
                                    <p:anim calcmode="lin" valueType="num">
                                      <p:cBhvr additive="base">
                                        <p:cTn id="14" dur="500"/>
                                        <p:tgtEl>
                                          <p:spTgt spid="268"/>
                                        </p:tgtEl>
                                        <p:attrNameLst>
                                          <p:attrName>ppt_x</p:attrName>
                                        </p:attrNameLst>
                                      </p:cBhvr>
                                      <p:tavLst>
                                        <p:tav tm="0">
                                          <p:val>
                                            <p:strVal val="#ppt_x+1"/>
                                          </p:val>
                                        </p:tav>
                                        <p:tav tm="100000">
                                          <p:val>
                                            <p:strVal val="#ppt_x"/>
                                          </p:val>
                                        </p:tav>
                                      </p:tavLst>
                                    </p:anim>
                                  </p:childTnLst>
                                </p:cTn>
                              </p:par>
                              <p:par>
                                <p:cTn id="15" presetID="2" presetClass="entr" presetSubtype="2" fill="hold" nodeType="withEffect">
                                  <p:stCondLst>
                                    <p:cond delay="600"/>
                                  </p:stCondLst>
                                  <p:childTnLst>
                                    <p:set>
                                      <p:cBhvr>
                                        <p:cTn id="16" dur="1" fill="hold">
                                          <p:stCondLst>
                                            <p:cond delay="0"/>
                                          </p:stCondLst>
                                        </p:cTn>
                                        <p:tgtEl>
                                          <p:spTgt spid="269"/>
                                        </p:tgtEl>
                                        <p:attrNameLst>
                                          <p:attrName>style.visibility</p:attrName>
                                        </p:attrNameLst>
                                      </p:cBhvr>
                                      <p:to>
                                        <p:strVal val="visible"/>
                                      </p:to>
                                    </p:set>
                                    <p:anim calcmode="lin" valueType="num">
                                      <p:cBhvr additive="base">
                                        <p:cTn id="17" dur="500"/>
                                        <p:tgtEl>
                                          <p:spTgt spid="269"/>
                                        </p:tgtEl>
                                        <p:attrNameLst>
                                          <p:attrName>ppt_x</p:attrName>
                                        </p:attrNameLst>
                                      </p:cBhvr>
                                      <p:tavLst>
                                        <p:tav tm="0">
                                          <p:val>
                                            <p:strVal val="#ppt_x+1"/>
                                          </p:val>
                                        </p:tav>
                                        <p:tav tm="100000">
                                          <p:val>
                                            <p:strVal val="#ppt_x"/>
                                          </p:val>
                                        </p:tav>
                                      </p:tavLst>
                                    </p:anim>
                                  </p:childTnLst>
                                </p:cTn>
                              </p:par>
                              <p:par>
                                <p:cTn id="18" presetID="2" presetClass="entr" presetSubtype="2" fill="hold" nodeType="withEffect">
                                  <p:stCondLst>
                                    <p:cond delay="600"/>
                                  </p:stCondLst>
                                  <p:childTnLst>
                                    <p:set>
                                      <p:cBhvr>
                                        <p:cTn id="19" dur="1" fill="hold">
                                          <p:stCondLst>
                                            <p:cond delay="0"/>
                                          </p:stCondLst>
                                        </p:cTn>
                                        <p:tgtEl>
                                          <p:spTgt spid="274"/>
                                        </p:tgtEl>
                                        <p:attrNameLst>
                                          <p:attrName>style.visibility</p:attrName>
                                        </p:attrNameLst>
                                      </p:cBhvr>
                                      <p:to>
                                        <p:strVal val="visible"/>
                                      </p:to>
                                    </p:set>
                                    <p:anim calcmode="lin" valueType="num">
                                      <p:cBhvr additive="base">
                                        <p:cTn id="20" dur="500"/>
                                        <p:tgtEl>
                                          <p:spTgt spid="27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3"/>
          <p:cNvPicPr preferRelativeResize="0"/>
          <p:nvPr/>
        </p:nvPicPr>
        <p:blipFill rotWithShape="1">
          <a:blip r:embed="rId3">
            <a:alphaModFix/>
          </a:blip>
          <a:srcRect l="-18216" t="414" r="25153" b="-414"/>
          <a:stretch/>
        </p:blipFill>
        <p:spPr>
          <a:xfrm>
            <a:off x="2645730" y="0"/>
            <a:ext cx="9535885" cy="6858000"/>
          </a:xfrm>
          <a:prstGeom prst="rect">
            <a:avLst/>
          </a:prstGeom>
          <a:noFill/>
          <a:ln>
            <a:noFill/>
          </a:ln>
        </p:spPr>
      </p:pic>
      <p:pic>
        <p:nvPicPr>
          <p:cNvPr id="281" name="Google Shape;281;p3"/>
          <p:cNvPicPr preferRelativeResize="0"/>
          <p:nvPr/>
        </p:nvPicPr>
        <p:blipFill rotWithShape="1">
          <a:blip r:embed="rId4">
            <a:alphaModFix/>
          </a:blip>
          <a:srcRect/>
          <a:stretch/>
        </p:blipFill>
        <p:spPr>
          <a:xfrm>
            <a:off x="-386862" y="-32410"/>
            <a:ext cx="8781832" cy="6858000"/>
          </a:xfrm>
          <a:prstGeom prst="rect">
            <a:avLst/>
          </a:prstGeom>
          <a:noFill/>
          <a:ln>
            <a:noFill/>
          </a:ln>
        </p:spPr>
      </p:pic>
      <p:sp>
        <p:nvSpPr>
          <p:cNvPr id="282" name="Google Shape;282;p3"/>
          <p:cNvSpPr txBox="1">
            <a:spLocks noGrp="1"/>
          </p:cNvSpPr>
          <p:nvPr>
            <p:ph type="sldNum" idx="4294967295"/>
          </p:nvPr>
        </p:nvSpPr>
        <p:spPr>
          <a:xfrm>
            <a:off x="9448800" y="6353175"/>
            <a:ext cx="2743200" cy="365125"/>
          </a:xfrm>
          <a:prstGeom prst="rect">
            <a:avLst/>
          </a:prstGeom>
          <a:noFill/>
          <a:ln>
            <a:noFill/>
          </a:ln>
        </p:spPr>
        <p:txBody>
          <a:bodyPr spcFirstLastPara="1" wrap="square" lIns="45700" tIns="22850" rIns="45700" bIns="2285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600" b="0" i="0" u="none" strike="noStrike" cap="none">
                <a:solidFill>
                  <a:srgbClr val="3A3838"/>
                </a:solidFill>
                <a:latin typeface="Arial"/>
                <a:ea typeface="Arial"/>
                <a:cs typeface="Arial"/>
                <a:sym typeface="Arial"/>
              </a:rPr>
              <a:t>3</a:t>
            </a:fld>
            <a:endParaRPr sz="1600" b="0" i="0" u="none" strike="noStrike" cap="none">
              <a:solidFill>
                <a:srgbClr val="3A3838"/>
              </a:solidFill>
              <a:latin typeface="Arial"/>
              <a:ea typeface="Arial"/>
              <a:cs typeface="Arial"/>
              <a:sym typeface="Arial"/>
            </a:endParaRPr>
          </a:p>
        </p:txBody>
      </p:sp>
      <p:sp>
        <p:nvSpPr>
          <p:cNvPr id="283" name="Google Shape;283;p3"/>
          <p:cNvSpPr/>
          <p:nvPr/>
        </p:nvSpPr>
        <p:spPr>
          <a:xfrm>
            <a:off x="-182891" y="2906908"/>
            <a:ext cx="745831" cy="745829"/>
          </a:xfrm>
          <a:prstGeom prst="ellipse">
            <a:avLst/>
          </a:prstGeom>
          <a:solidFill>
            <a:srgbClr val="1ED4DE"/>
          </a:solidFill>
          <a:ln>
            <a:noFill/>
          </a:ln>
          <a:effectLst>
            <a:outerShdw blurRad="177800" sx="102000" sy="102000" algn="ctr" rotWithShape="0">
              <a:schemeClr val="accent6">
                <a:alpha val="40000"/>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84" name="Google Shape;284;p3"/>
          <p:cNvSpPr txBox="1"/>
          <p:nvPr/>
        </p:nvSpPr>
        <p:spPr>
          <a:xfrm>
            <a:off x="626909" y="3004095"/>
            <a:ext cx="5725253" cy="584775"/>
          </a:xfrm>
          <a:prstGeom prst="rect">
            <a:avLst/>
          </a:prstGeom>
          <a:noFill/>
          <a:ln>
            <a:noFill/>
          </a:ln>
        </p:spPr>
        <p:txBody>
          <a:bodyPr spcFirstLastPara="1" wrap="square" lIns="108000" tIns="45700" rIns="108000"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FFFFFF"/>
                </a:solidFill>
                <a:latin typeface="Open Sans"/>
                <a:ea typeface="Open Sans"/>
                <a:cs typeface="Open Sans"/>
                <a:sym typeface="Open Sans"/>
              </a:rPr>
              <a:t>CƠ SỞ PHÁP LÝ</a:t>
            </a:r>
            <a:endParaRPr sz="3200" b="1" i="0" u="none" strike="noStrike" cap="none">
              <a:solidFill>
                <a:srgbClr val="FFFFFF"/>
              </a:solidFill>
              <a:latin typeface="Open Sans"/>
              <a:ea typeface="Open Sans"/>
              <a:cs typeface="Open Sans"/>
              <a:sym typeface="Open Sans"/>
            </a:endParaRPr>
          </a:p>
        </p:txBody>
      </p:sp>
      <p:sp>
        <p:nvSpPr>
          <p:cNvPr id="285" name="Google Shape;285;p3"/>
          <p:cNvSpPr txBox="1"/>
          <p:nvPr/>
        </p:nvSpPr>
        <p:spPr>
          <a:xfrm>
            <a:off x="-136031" y="3011297"/>
            <a:ext cx="682192" cy="523220"/>
          </a:xfrm>
          <a:prstGeom prst="rect">
            <a:avLst/>
          </a:prstGeom>
          <a:noFill/>
          <a:ln>
            <a:noFill/>
          </a:ln>
        </p:spPr>
        <p:txBody>
          <a:bodyPr spcFirstLastPara="1" wrap="square" lIns="108000" tIns="45700" rIns="108000"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FFFFFF"/>
                </a:solidFill>
                <a:latin typeface="Arial"/>
                <a:ea typeface="Arial"/>
                <a:cs typeface="Arial"/>
                <a:sym typeface="Arial"/>
              </a:rPr>
              <a:t>I</a:t>
            </a:r>
            <a:endParaRPr sz="2800" b="1" i="0" u="none" strike="noStrike" cap="none">
              <a:solidFill>
                <a:srgbClr val="FFFFFF"/>
              </a:solidFill>
              <a:latin typeface="Arial"/>
              <a:ea typeface="Arial"/>
              <a:cs typeface="Arial"/>
              <a:sym typeface="Arial"/>
            </a:endParaRPr>
          </a:p>
        </p:txBody>
      </p:sp>
      <p:pic>
        <p:nvPicPr>
          <p:cNvPr id="286" name="Google Shape;286;p3"/>
          <p:cNvPicPr preferRelativeResize="0"/>
          <p:nvPr/>
        </p:nvPicPr>
        <p:blipFill rotWithShape="1">
          <a:blip r:embed="rId5">
            <a:alphaModFix/>
          </a:blip>
          <a:srcRect/>
          <a:stretch/>
        </p:blipFill>
        <p:spPr>
          <a:xfrm>
            <a:off x="10385" y="190431"/>
            <a:ext cx="604631" cy="7458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
          <p:cNvSpPr txBox="1"/>
          <p:nvPr/>
        </p:nvSpPr>
        <p:spPr>
          <a:xfrm>
            <a:off x="971543" y="397572"/>
            <a:ext cx="8192100" cy="342000"/>
          </a:xfrm>
          <a:prstGeom prst="rect">
            <a:avLst/>
          </a:prstGeom>
          <a:noFill/>
          <a:ln>
            <a:noFill/>
          </a:ln>
        </p:spPr>
        <p:txBody>
          <a:bodyPr spcFirstLastPara="1" wrap="square" lIns="91425" tIns="45700" rIns="91425" bIns="45700" anchor="t" anchorCtr="0">
            <a:noAutofit/>
          </a:bodyPr>
          <a:lstStyle/>
          <a:p>
            <a:pPr marL="457200" marR="0" lvl="0" indent="-355600" algn="l" rtl="0">
              <a:lnSpc>
                <a:spcPct val="90000"/>
              </a:lnSpc>
              <a:spcBef>
                <a:spcPts val="0"/>
              </a:spcBef>
              <a:spcAft>
                <a:spcPts val="0"/>
              </a:spcAft>
              <a:buClr>
                <a:srgbClr val="FFFFFF"/>
              </a:buClr>
              <a:buSzPts val="2000"/>
              <a:buFont typeface="Open Sans"/>
              <a:buAutoNum type="arabicPeriod"/>
            </a:pPr>
            <a:r>
              <a:rPr lang="en-US" sz="2000" b="1" i="0" u="none" strike="noStrike" cap="none">
                <a:solidFill>
                  <a:srgbClr val="FFFFFF"/>
                </a:solidFill>
                <a:latin typeface="Open Sans"/>
                <a:ea typeface="Open Sans"/>
                <a:cs typeface="Open Sans"/>
                <a:sym typeface="Open Sans"/>
              </a:rPr>
              <a:t>VĂN BẢN PHÁP LÝ, VÀ CÁC ĐỊNH HƯỚNG</a:t>
            </a:r>
            <a:endParaRPr sz="2000" b="0" i="0" u="none" strike="noStrike" cap="none">
              <a:solidFill>
                <a:srgbClr val="FFFFFF"/>
              </a:solidFill>
              <a:latin typeface="Open Sans"/>
              <a:ea typeface="Open Sans"/>
              <a:cs typeface="Open Sans"/>
              <a:sym typeface="Open Sans"/>
            </a:endParaRPr>
          </a:p>
        </p:txBody>
      </p:sp>
      <p:sp>
        <p:nvSpPr>
          <p:cNvPr id="293" name="Google Shape;293;p4"/>
          <p:cNvSpPr txBox="1"/>
          <p:nvPr/>
        </p:nvSpPr>
        <p:spPr>
          <a:xfrm>
            <a:off x="916426" y="3618670"/>
            <a:ext cx="9105600" cy="1116000"/>
          </a:xfrm>
          <a:prstGeom prst="rect">
            <a:avLst/>
          </a:prstGeom>
          <a:noFill/>
          <a:ln>
            <a:noFill/>
          </a:ln>
        </p:spPr>
        <p:txBody>
          <a:bodyPr spcFirstLastPara="1" wrap="square" lIns="68575" tIns="34275" rIns="68575" bIns="34275" anchor="t" anchorCtr="0">
            <a:spAutoFit/>
          </a:bodyPr>
          <a:lstStyle/>
          <a:p>
            <a:pPr marL="0" marR="0" lvl="0" indent="0" algn="just" rtl="0">
              <a:lnSpc>
                <a:spcPct val="150000"/>
              </a:lnSpc>
              <a:spcBef>
                <a:spcPts val="0"/>
              </a:spcBef>
              <a:spcAft>
                <a:spcPts val="0"/>
              </a:spcAft>
              <a:buNone/>
            </a:pPr>
            <a:r>
              <a:rPr lang="en-US" sz="1700" b="0" i="0" u="none" strike="noStrike" cap="none">
                <a:solidFill>
                  <a:srgbClr val="1E3063"/>
                </a:solidFill>
                <a:latin typeface="Open Sans"/>
                <a:ea typeface="Open Sans"/>
                <a:cs typeface="Open Sans"/>
                <a:sym typeface="Open Sans"/>
              </a:rPr>
              <a:t>Luật Cán bộ, công chức số </a:t>
            </a:r>
            <a:r>
              <a:rPr lang="en-US" sz="1700" b="1" i="0" u="none" strike="noStrike" cap="none">
                <a:solidFill>
                  <a:srgbClr val="CC6600"/>
                </a:solidFill>
                <a:latin typeface="Open Sans"/>
                <a:ea typeface="Open Sans"/>
                <a:cs typeface="Open Sans"/>
                <a:sym typeface="Open Sans"/>
              </a:rPr>
              <a:t>80/2025/QH15;</a:t>
            </a:r>
            <a:endParaRPr sz="1700" b="1" i="0" u="none" strike="noStrike" cap="none">
              <a:solidFill>
                <a:srgbClr val="CC6600"/>
              </a:solidFill>
              <a:latin typeface="Open Sans"/>
              <a:ea typeface="Open Sans"/>
              <a:cs typeface="Open Sans"/>
              <a:sym typeface="Open Sans"/>
            </a:endParaRPr>
          </a:p>
          <a:p>
            <a:pPr marL="0" lvl="0" indent="0" algn="just" rtl="0">
              <a:lnSpc>
                <a:spcPct val="150000"/>
              </a:lnSpc>
              <a:spcBef>
                <a:spcPts val="0"/>
              </a:spcBef>
              <a:spcAft>
                <a:spcPts val="0"/>
              </a:spcAft>
              <a:buClr>
                <a:schemeClr val="dk1"/>
              </a:buClr>
              <a:buSzPts val="1100"/>
              <a:buFont typeface="Arial"/>
              <a:buNone/>
            </a:pPr>
            <a:r>
              <a:rPr lang="en-US" sz="1700">
                <a:solidFill>
                  <a:srgbClr val="1E3063"/>
                </a:solidFill>
                <a:latin typeface="Open Sans"/>
                <a:ea typeface="Open Sans"/>
                <a:cs typeface="Open Sans"/>
                <a:sym typeface="Open Sans"/>
              </a:rPr>
              <a:t>Luật Viên chức số </a:t>
            </a:r>
            <a:r>
              <a:rPr lang="en-US" sz="1700" b="1">
                <a:solidFill>
                  <a:srgbClr val="CC6600"/>
                </a:solidFill>
                <a:latin typeface="Open Sans"/>
                <a:ea typeface="Open Sans"/>
                <a:cs typeface="Open Sans"/>
                <a:sym typeface="Open Sans"/>
              </a:rPr>
              <a:t>129/2025/QH15; </a:t>
            </a:r>
            <a:endParaRPr sz="1700" b="1">
              <a:solidFill>
                <a:srgbClr val="CC6600"/>
              </a:solidFill>
              <a:latin typeface="Open Sans"/>
              <a:ea typeface="Open Sans"/>
              <a:cs typeface="Open Sans"/>
              <a:sym typeface="Open Sans"/>
            </a:endParaRPr>
          </a:p>
          <a:p>
            <a:pPr marL="0" marR="0" lvl="0" indent="0" algn="just" rtl="0">
              <a:lnSpc>
                <a:spcPct val="150000"/>
              </a:lnSpc>
              <a:spcBef>
                <a:spcPts val="0"/>
              </a:spcBef>
              <a:spcAft>
                <a:spcPts val="0"/>
              </a:spcAft>
              <a:buNone/>
            </a:pPr>
            <a:endParaRPr sz="1700" b="1">
              <a:solidFill>
                <a:srgbClr val="CC6600"/>
              </a:solidFill>
              <a:latin typeface="Open Sans"/>
              <a:ea typeface="Open Sans"/>
              <a:cs typeface="Open Sans"/>
              <a:sym typeface="Open Sans"/>
            </a:endParaRPr>
          </a:p>
        </p:txBody>
      </p:sp>
      <p:sp>
        <p:nvSpPr>
          <p:cNvPr id="294" name="Google Shape;294;p4"/>
          <p:cNvSpPr txBox="1"/>
          <p:nvPr/>
        </p:nvSpPr>
        <p:spPr>
          <a:xfrm>
            <a:off x="950943" y="1101984"/>
            <a:ext cx="8244600" cy="1246465"/>
          </a:xfrm>
          <a:prstGeom prst="rect">
            <a:avLst/>
          </a:prstGeom>
          <a:noFill/>
          <a:ln>
            <a:noFill/>
          </a:ln>
        </p:spPr>
        <p:txBody>
          <a:bodyPr spcFirstLastPara="1" wrap="square" lIns="68575" tIns="34275" rIns="68575" bIns="34275" anchor="t" anchorCtr="0">
            <a:spAutoFit/>
          </a:bodyPr>
          <a:lstStyle/>
          <a:p>
            <a:pPr marL="0" marR="0" lvl="0" indent="0" algn="just" rtl="0">
              <a:lnSpc>
                <a:spcPct val="150000"/>
              </a:lnSpc>
              <a:spcBef>
                <a:spcPts val="0"/>
              </a:spcBef>
              <a:spcAft>
                <a:spcPts val="0"/>
              </a:spcAft>
              <a:buClr>
                <a:srgbClr val="000000"/>
              </a:buClr>
              <a:buSzPts val="1700"/>
              <a:buFont typeface="Arial"/>
              <a:buNone/>
            </a:pPr>
            <a:r>
              <a:rPr lang="en-US" sz="1700" b="0" i="0" u="none" strike="noStrike" cap="none">
                <a:solidFill>
                  <a:srgbClr val="1E3063"/>
                </a:solidFill>
                <a:latin typeface="Open Sans"/>
                <a:ea typeface="Open Sans"/>
                <a:cs typeface="Open Sans"/>
                <a:sym typeface="Open Sans"/>
              </a:rPr>
              <a:t>Nghị định số </a:t>
            </a:r>
            <a:r>
              <a:rPr lang="en-US" sz="1700" b="1" i="0" u="none" strike="noStrike" cap="none">
                <a:solidFill>
                  <a:srgbClr val="CC6600"/>
                </a:solidFill>
                <a:latin typeface="Open Sans"/>
                <a:ea typeface="Open Sans"/>
                <a:cs typeface="Open Sans"/>
                <a:sym typeface="Open Sans"/>
              </a:rPr>
              <a:t>335/2025/NĐ-CP </a:t>
            </a:r>
            <a:r>
              <a:rPr lang="en-US" sz="1700" b="0" i="0" u="none" strike="noStrike" cap="none">
                <a:solidFill>
                  <a:srgbClr val="1E3063"/>
                </a:solidFill>
                <a:latin typeface="Open Sans"/>
                <a:ea typeface="Open Sans"/>
                <a:cs typeface="Open Sans"/>
                <a:sym typeface="Open Sans"/>
              </a:rPr>
              <a:t>ngày 21/12/2025 về quy định đánh giá, xếp loại chất lượng đối với cơ quan hành chính nhà nước và công chức (thay thế NĐ 90/2020/NĐ-CP  và NĐ 48/2023/NĐ-CP);</a:t>
            </a:r>
            <a:endParaRPr/>
          </a:p>
        </p:txBody>
      </p:sp>
      <p:pic>
        <p:nvPicPr>
          <p:cNvPr id="295" name="Google Shape;295;p4"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sp>
        <p:nvSpPr>
          <p:cNvPr id="296" name="Google Shape;296;p4"/>
          <p:cNvSpPr txBox="1"/>
          <p:nvPr/>
        </p:nvSpPr>
        <p:spPr>
          <a:xfrm>
            <a:off x="916432" y="2450367"/>
            <a:ext cx="7343100" cy="854050"/>
          </a:xfrm>
          <a:prstGeom prst="rect">
            <a:avLst/>
          </a:prstGeom>
          <a:noFill/>
          <a:ln>
            <a:noFill/>
          </a:ln>
        </p:spPr>
        <p:txBody>
          <a:bodyPr spcFirstLastPara="1" wrap="square" lIns="68575" tIns="34275" rIns="68575" bIns="34275" anchor="t" anchorCtr="0">
            <a:spAutoFit/>
          </a:bodyPr>
          <a:lstStyle/>
          <a:p>
            <a:pPr marL="0" marR="0" lvl="0" indent="0" algn="just" rtl="0">
              <a:lnSpc>
                <a:spcPct val="150000"/>
              </a:lnSpc>
              <a:spcBef>
                <a:spcPts val="0"/>
              </a:spcBef>
              <a:spcAft>
                <a:spcPts val="0"/>
              </a:spcAft>
              <a:buClr>
                <a:srgbClr val="000000"/>
              </a:buClr>
              <a:buSzPts val="1700"/>
              <a:buFont typeface="Arial"/>
              <a:buNone/>
            </a:pPr>
            <a:r>
              <a:rPr lang="en-US" sz="1700" b="0" i="0" u="none" strike="noStrike" cap="none">
                <a:solidFill>
                  <a:srgbClr val="1E3063"/>
                </a:solidFill>
                <a:latin typeface="Open Sans"/>
                <a:ea typeface="Open Sans"/>
                <a:cs typeface="Open Sans"/>
                <a:sym typeface="Open Sans"/>
              </a:rPr>
              <a:t>Quy định </a:t>
            </a:r>
            <a:r>
              <a:rPr lang="en-US" sz="1700" b="1" i="0" u="none" strike="noStrike" cap="none">
                <a:solidFill>
                  <a:srgbClr val="CC6600"/>
                </a:solidFill>
                <a:latin typeface="Open Sans"/>
                <a:ea typeface="Open Sans"/>
                <a:cs typeface="Open Sans"/>
                <a:sym typeface="Open Sans"/>
              </a:rPr>
              <a:t>366-QĐ/TW </a:t>
            </a:r>
            <a:r>
              <a:rPr lang="en-US" sz="1700" b="0" i="0" u="none" strike="noStrike" cap="none">
                <a:solidFill>
                  <a:srgbClr val="1E3063"/>
                </a:solidFill>
                <a:latin typeface="Open Sans"/>
                <a:ea typeface="Open Sans"/>
                <a:cs typeface="Open Sans"/>
                <a:sym typeface="Open Sans"/>
              </a:rPr>
              <a:t>ngày 30/08/2025 về việc kiểm điểm và đánh giá, xếp loại chất lượng đối với tập thể, cá nhân trong hệ thống chính trị;</a:t>
            </a:r>
            <a:endParaRPr sz="1700" b="0" i="0" u="none" strike="noStrike" cap="none">
              <a:solidFill>
                <a:srgbClr val="1E3063"/>
              </a:solidFill>
              <a:latin typeface="Open Sans"/>
              <a:ea typeface="Open Sans"/>
              <a:cs typeface="Open Sans"/>
              <a:sym typeface="Open Sans"/>
            </a:endParaRPr>
          </a:p>
        </p:txBody>
      </p:sp>
      <p:sp>
        <p:nvSpPr>
          <p:cNvPr id="297" name="Google Shape;297;p4"/>
          <p:cNvSpPr/>
          <p:nvPr/>
        </p:nvSpPr>
        <p:spPr>
          <a:xfrm>
            <a:off x="51359" y="1264381"/>
            <a:ext cx="725400" cy="633000"/>
          </a:xfrm>
          <a:prstGeom prst="heptagon">
            <a:avLst>
              <a:gd name="hf" fmla="val 102572"/>
              <a:gd name="vf" fmla="val 10521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Montserrat"/>
                <a:ea typeface="Montserrat"/>
                <a:cs typeface="Montserrat"/>
                <a:sym typeface="Montserrat"/>
              </a:rPr>
              <a:t>1</a:t>
            </a:r>
            <a:endParaRPr/>
          </a:p>
        </p:txBody>
      </p:sp>
      <p:sp>
        <p:nvSpPr>
          <p:cNvPr id="298" name="Google Shape;298;p4"/>
          <p:cNvSpPr/>
          <p:nvPr/>
        </p:nvSpPr>
        <p:spPr>
          <a:xfrm>
            <a:off x="51359" y="2593710"/>
            <a:ext cx="725400" cy="633000"/>
          </a:xfrm>
          <a:prstGeom prst="heptagon">
            <a:avLst>
              <a:gd name="hf" fmla="val 102572"/>
              <a:gd name="vf" fmla="val 10521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Montserrat"/>
                <a:ea typeface="Montserrat"/>
                <a:cs typeface="Montserrat"/>
                <a:sym typeface="Montserrat"/>
              </a:rPr>
              <a:t>2</a:t>
            </a:r>
            <a:endParaRPr/>
          </a:p>
        </p:txBody>
      </p:sp>
      <p:sp>
        <p:nvSpPr>
          <p:cNvPr id="299" name="Google Shape;299;p4"/>
          <p:cNvSpPr/>
          <p:nvPr/>
        </p:nvSpPr>
        <p:spPr>
          <a:xfrm>
            <a:off x="51359" y="3662108"/>
            <a:ext cx="725400" cy="633000"/>
          </a:xfrm>
          <a:prstGeom prst="heptagon">
            <a:avLst>
              <a:gd name="hf" fmla="val 102572"/>
              <a:gd name="vf" fmla="val 10521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Montserrat"/>
                <a:ea typeface="Montserrat"/>
                <a:cs typeface="Montserrat"/>
                <a:sym typeface="Montserrat"/>
              </a:rPr>
              <a:t>3</a:t>
            </a:r>
            <a:endParaRPr/>
          </a:p>
        </p:txBody>
      </p:sp>
      <p:grpSp>
        <p:nvGrpSpPr>
          <p:cNvPr id="300" name="Google Shape;300;p4"/>
          <p:cNvGrpSpPr/>
          <p:nvPr/>
        </p:nvGrpSpPr>
        <p:grpSpPr>
          <a:xfrm>
            <a:off x="8228042" y="3022117"/>
            <a:ext cx="3357317" cy="2943234"/>
            <a:chOff x="3020595" y="1369064"/>
            <a:chExt cx="6152060" cy="5486175"/>
          </a:xfrm>
        </p:grpSpPr>
        <p:grpSp>
          <p:nvGrpSpPr>
            <p:cNvPr id="301" name="Google Shape;301;p4"/>
            <p:cNvGrpSpPr/>
            <p:nvPr/>
          </p:nvGrpSpPr>
          <p:grpSpPr>
            <a:xfrm>
              <a:off x="3020595" y="3519661"/>
              <a:ext cx="6109655" cy="3335578"/>
              <a:chOff x="3020595" y="3519661"/>
              <a:chExt cx="6109655" cy="3335578"/>
            </a:xfrm>
          </p:grpSpPr>
          <p:sp>
            <p:nvSpPr>
              <p:cNvPr id="302" name="Google Shape;302;p4"/>
              <p:cNvSpPr/>
              <p:nvPr/>
            </p:nvSpPr>
            <p:spPr>
              <a:xfrm>
                <a:off x="6918651" y="4326277"/>
                <a:ext cx="2066114" cy="2372948"/>
              </a:xfrm>
              <a:custGeom>
                <a:avLst/>
                <a:gdLst/>
                <a:ahLst/>
                <a:cxnLst/>
                <a:rect l="l" t="t" r="r" b="b"/>
                <a:pathLst>
                  <a:path w="2066114" h="2372948" extrusionOk="0">
                    <a:moveTo>
                      <a:pt x="43138" y="2372948"/>
                    </a:moveTo>
                    <a:cubicBezTo>
                      <a:pt x="29261" y="2282153"/>
                      <a:pt x="-4828" y="2110036"/>
                      <a:pt x="575" y="2019974"/>
                    </a:cubicBezTo>
                    <a:cubicBezTo>
                      <a:pt x="4378" y="1956998"/>
                      <a:pt x="8380" y="1893755"/>
                      <a:pt x="27260" y="1832580"/>
                    </a:cubicBezTo>
                    <a:cubicBezTo>
                      <a:pt x="33597" y="1812033"/>
                      <a:pt x="50943" y="1802627"/>
                      <a:pt x="64085" y="1789885"/>
                    </a:cubicBezTo>
                    <a:cubicBezTo>
                      <a:pt x="117388" y="1738116"/>
                      <a:pt x="2003405" y="8606"/>
                      <a:pt x="2012544" y="0"/>
                    </a:cubicBezTo>
                    <a:cubicBezTo>
                      <a:pt x="2013745" y="1001"/>
                      <a:pt x="2013011" y="4737"/>
                      <a:pt x="2012611" y="4737"/>
                    </a:cubicBezTo>
                    <a:cubicBezTo>
                      <a:pt x="2012611" y="6271"/>
                      <a:pt x="2012611" y="7872"/>
                      <a:pt x="2012544" y="9406"/>
                    </a:cubicBezTo>
                    <a:cubicBezTo>
                      <a:pt x="2006073" y="29153"/>
                      <a:pt x="2002537" y="161910"/>
                      <a:pt x="2003338" y="207808"/>
                    </a:cubicBezTo>
                    <a:cubicBezTo>
                      <a:pt x="2004672" y="284861"/>
                      <a:pt x="2059176" y="437298"/>
                      <a:pt x="2066114" y="438232"/>
                    </a:cubicBezTo>
                    <a:cubicBezTo>
                      <a:pt x="1917213" y="587667"/>
                      <a:pt x="46807" y="2370280"/>
                      <a:pt x="43138" y="2372948"/>
                    </a:cubicBezTo>
                    <a:close/>
                  </a:path>
                </a:pathLst>
              </a:custGeom>
              <a:solidFill>
                <a:srgbClr val="FAF7EE"/>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03" name="Google Shape;303;p4"/>
              <p:cNvSpPr/>
              <p:nvPr/>
            </p:nvSpPr>
            <p:spPr>
              <a:xfrm>
                <a:off x="3159668" y="4093385"/>
                <a:ext cx="5836304" cy="2610506"/>
              </a:xfrm>
              <a:custGeom>
                <a:avLst/>
                <a:gdLst/>
                <a:ahLst/>
                <a:cxnLst/>
                <a:rect l="l" t="t" r="r" b="b"/>
                <a:pathLst>
                  <a:path w="5836304" h="2610506" extrusionOk="0">
                    <a:moveTo>
                      <a:pt x="5836305" y="0"/>
                    </a:moveTo>
                    <a:cubicBezTo>
                      <a:pt x="5614020" y="196600"/>
                      <a:pt x="4001723" y="1647788"/>
                      <a:pt x="3808258" y="1814568"/>
                    </a:cubicBezTo>
                    <a:cubicBezTo>
                      <a:pt x="3408053" y="1753260"/>
                      <a:pt x="133357" y="1305021"/>
                      <a:pt x="111342" y="1309357"/>
                    </a:cubicBezTo>
                    <a:cubicBezTo>
                      <a:pt x="52369" y="1320899"/>
                      <a:pt x="10207" y="1456858"/>
                      <a:pt x="0" y="1507826"/>
                    </a:cubicBezTo>
                    <a:cubicBezTo>
                      <a:pt x="219216" y="1541049"/>
                      <a:pt x="2911181" y="1952262"/>
                      <a:pt x="3721199" y="2064338"/>
                    </a:cubicBezTo>
                    <a:cubicBezTo>
                      <a:pt x="3747150" y="2067940"/>
                      <a:pt x="3749752" y="2071009"/>
                      <a:pt x="3744882" y="2095559"/>
                    </a:cubicBezTo>
                    <a:cubicBezTo>
                      <a:pt x="3727070" y="2185220"/>
                      <a:pt x="3722533" y="2275282"/>
                      <a:pt x="3727670" y="2366810"/>
                    </a:cubicBezTo>
                    <a:cubicBezTo>
                      <a:pt x="3731739" y="2439060"/>
                      <a:pt x="3746550" y="2508307"/>
                      <a:pt x="3765095" y="2577420"/>
                    </a:cubicBezTo>
                    <a:cubicBezTo>
                      <a:pt x="3767630" y="2586760"/>
                      <a:pt x="3776703" y="2594632"/>
                      <a:pt x="3772100" y="2605773"/>
                    </a:cubicBezTo>
                    <a:cubicBezTo>
                      <a:pt x="3782107" y="2609442"/>
                      <a:pt x="3792114" y="2614246"/>
                      <a:pt x="3802187" y="2605840"/>
                    </a:cubicBezTo>
                    <a:cubicBezTo>
                      <a:pt x="3806724" y="2595766"/>
                      <a:pt x="3816330" y="2588094"/>
                      <a:pt x="3810126" y="2574085"/>
                    </a:cubicBezTo>
                    <a:cubicBezTo>
                      <a:pt x="3780039" y="2506239"/>
                      <a:pt x="3771100" y="2433256"/>
                      <a:pt x="3765896" y="2360673"/>
                    </a:cubicBezTo>
                    <a:cubicBezTo>
                      <a:pt x="3759892" y="2277683"/>
                      <a:pt x="3767564" y="2194693"/>
                      <a:pt x="3780506" y="2112171"/>
                    </a:cubicBezTo>
                    <a:cubicBezTo>
                      <a:pt x="3786110" y="2076279"/>
                      <a:pt x="3801254" y="2048327"/>
                      <a:pt x="3828405" y="2024911"/>
                    </a:cubicBezTo>
                    <a:cubicBezTo>
                      <a:pt x="3858025" y="1999360"/>
                      <a:pt x="3887112" y="1973142"/>
                      <a:pt x="3916065" y="1946725"/>
                    </a:cubicBezTo>
                    <a:cubicBezTo>
                      <a:pt x="4516473" y="1398084"/>
                      <a:pt x="5175055" y="808417"/>
                      <a:pt x="5769726" y="253506"/>
                    </a:cubicBezTo>
                    <a:cubicBezTo>
                      <a:pt x="5796278" y="173451"/>
                      <a:pt x="5802949" y="120082"/>
                      <a:pt x="5836305" y="0"/>
                    </a:cubicBezTo>
                    <a:close/>
                  </a:path>
                </a:pathLst>
              </a:custGeom>
              <a:solidFill>
                <a:srgbClr val="F3EDDF"/>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04" name="Google Shape;304;p4"/>
              <p:cNvSpPr/>
              <p:nvPr/>
            </p:nvSpPr>
            <p:spPr>
              <a:xfrm>
                <a:off x="3255332" y="3519661"/>
                <a:ext cx="5781400" cy="2234854"/>
              </a:xfrm>
              <a:custGeom>
                <a:avLst/>
                <a:gdLst/>
                <a:ahLst/>
                <a:cxnLst/>
                <a:rect l="l" t="t" r="r" b="b"/>
                <a:pathLst>
                  <a:path w="5781400" h="2234854" extrusionOk="0">
                    <a:moveTo>
                      <a:pt x="0" y="1734514"/>
                    </a:moveTo>
                    <a:lnTo>
                      <a:pt x="3715862" y="2234854"/>
                    </a:lnTo>
                    <a:lnTo>
                      <a:pt x="5781401" y="366182"/>
                    </a:lnTo>
                    <a:lnTo>
                      <a:pt x="2361607" y="0"/>
                    </a:lnTo>
                    <a:close/>
                  </a:path>
                </a:pathLst>
              </a:custGeom>
              <a:solidFill>
                <a:srgbClr val="009DD9"/>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05" name="Google Shape;305;p4"/>
              <p:cNvSpPr/>
              <p:nvPr/>
            </p:nvSpPr>
            <p:spPr>
              <a:xfrm>
                <a:off x="3020595" y="3879001"/>
                <a:ext cx="6109655" cy="2976238"/>
              </a:xfrm>
              <a:custGeom>
                <a:avLst/>
                <a:gdLst/>
                <a:ahLst/>
                <a:cxnLst/>
                <a:rect l="l" t="t" r="r" b="b"/>
                <a:pathLst>
                  <a:path w="6109655" h="2976238" extrusionOk="0">
                    <a:moveTo>
                      <a:pt x="4030855" y="2932167"/>
                    </a:moveTo>
                    <a:cubicBezTo>
                      <a:pt x="4004904" y="2973929"/>
                      <a:pt x="3988093" y="2982068"/>
                      <a:pt x="3940927" y="2972794"/>
                    </a:cubicBezTo>
                    <a:cubicBezTo>
                      <a:pt x="3135313" y="2814087"/>
                      <a:pt x="239542" y="2352573"/>
                      <a:pt x="235139" y="2352172"/>
                    </a:cubicBezTo>
                    <a:cubicBezTo>
                      <a:pt x="87639" y="2337963"/>
                      <a:pt x="12187" y="2019146"/>
                      <a:pt x="1914" y="1896996"/>
                    </a:cubicBezTo>
                    <a:cubicBezTo>
                      <a:pt x="-12430" y="1726547"/>
                      <a:pt x="52548" y="1421873"/>
                      <a:pt x="241276" y="1360565"/>
                    </a:cubicBezTo>
                    <a:cubicBezTo>
                      <a:pt x="245212" y="1359297"/>
                      <a:pt x="248882" y="1360764"/>
                      <a:pt x="250549" y="1365101"/>
                    </a:cubicBezTo>
                    <a:cubicBezTo>
                      <a:pt x="257621" y="1383780"/>
                      <a:pt x="3876484" y="1864641"/>
                      <a:pt x="3907304" y="1868844"/>
                    </a:cubicBezTo>
                    <a:cubicBezTo>
                      <a:pt x="3923983" y="1871112"/>
                      <a:pt x="3948065" y="1872246"/>
                      <a:pt x="3960874" y="1860705"/>
                    </a:cubicBezTo>
                    <a:cubicBezTo>
                      <a:pt x="4480094" y="1393120"/>
                      <a:pt x="5448353" y="521260"/>
                      <a:pt x="5995392" y="20920"/>
                    </a:cubicBezTo>
                    <a:cubicBezTo>
                      <a:pt x="6023211" y="-4565"/>
                      <a:pt x="6057034" y="-13771"/>
                      <a:pt x="6095460" y="34262"/>
                    </a:cubicBezTo>
                    <a:cubicBezTo>
                      <a:pt x="6122145" y="67618"/>
                      <a:pt x="6108803" y="107645"/>
                      <a:pt x="6075447" y="134330"/>
                    </a:cubicBezTo>
                    <a:cubicBezTo>
                      <a:pt x="6012737" y="184497"/>
                      <a:pt x="5901995" y="287768"/>
                      <a:pt x="5840954" y="343339"/>
                    </a:cubicBezTo>
                    <a:cubicBezTo>
                      <a:pt x="5721873" y="454548"/>
                      <a:pt x="3977552" y="2035690"/>
                      <a:pt x="3954870" y="2031287"/>
                    </a:cubicBezTo>
                    <a:cubicBezTo>
                      <a:pt x="3557266" y="1953768"/>
                      <a:pt x="286174" y="1535483"/>
                      <a:pt x="265026" y="1531414"/>
                    </a:cubicBezTo>
                    <a:cubicBezTo>
                      <a:pt x="171562" y="1513602"/>
                      <a:pt x="133336" y="1812005"/>
                      <a:pt x="135338" y="1868377"/>
                    </a:cubicBezTo>
                    <a:cubicBezTo>
                      <a:pt x="138340" y="1954102"/>
                      <a:pt x="190642" y="2199002"/>
                      <a:pt x="296647" y="2213878"/>
                    </a:cubicBezTo>
                    <a:cubicBezTo>
                      <a:pt x="1102996" y="2327289"/>
                      <a:pt x="3881620" y="2807882"/>
                      <a:pt x="3913709" y="2814087"/>
                    </a:cubicBezTo>
                    <a:cubicBezTo>
                      <a:pt x="3923715" y="2816688"/>
                      <a:pt x="3933656" y="2820224"/>
                      <a:pt x="3943996" y="2815554"/>
                    </a:cubicBezTo>
                    <a:cubicBezTo>
                      <a:pt x="3957272" y="2808483"/>
                      <a:pt x="5729611" y="1138747"/>
                      <a:pt x="5946425" y="907923"/>
                    </a:cubicBezTo>
                    <a:cubicBezTo>
                      <a:pt x="5957566" y="896048"/>
                      <a:pt x="5995392" y="874834"/>
                      <a:pt x="6020809" y="895314"/>
                    </a:cubicBezTo>
                    <a:cubicBezTo>
                      <a:pt x="6064639" y="913393"/>
                      <a:pt x="6076914" y="970499"/>
                      <a:pt x="6044692" y="1007657"/>
                    </a:cubicBezTo>
                    <a:cubicBezTo>
                      <a:pt x="6036687" y="1016931"/>
                      <a:pt x="4033724" y="2928765"/>
                      <a:pt x="4030855" y="2932167"/>
                    </a:cubicBezTo>
                    <a:close/>
                  </a:path>
                </a:pathLst>
              </a:custGeom>
              <a:solidFill>
                <a:srgbClr val="0075A2"/>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06" name="Google Shape;306;p4"/>
              <p:cNvSpPr/>
              <p:nvPr/>
            </p:nvSpPr>
            <p:spPr>
              <a:xfrm>
                <a:off x="3148384" y="5601211"/>
                <a:ext cx="3797327" cy="1096346"/>
              </a:xfrm>
              <a:custGeom>
                <a:avLst/>
                <a:gdLst/>
                <a:ahLst/>
                <a:cxnLst/>
                <a:rect l="l" t="t" r="r" b="b"/>
                <a:pathLst>
                  <a:path w="3797327" h="1096346" extrusionOk="0">
                    <a:moveTo>
                      <a:pt x="11218" y="0"/>
                    </a:moveTo>
                    <a:cubicBezTo>
                      <a:pt x="5280" y="12675"/>
                      <a:pt x="3736152" y="550241"/>
                      <a:pt x="3765039" y="554444"/>
                    </a:cubicBezTo>
                    <a:cubicBezTo>
                      <a:pt x="3762170" y="592136"/>
                      <a:pt x="3752964" y="628628"/>
                      <a:pt x="3750429" y="666253"/>
                    </a:cubicBezTo>
                    <a:cubicBezTo>
                      <a:pt x="3746826" y="724760"/>
                      <a:pt x="3741089" y="782866"/>
                      <a:pt x="3744825" y="842173"/>
                    </a:cubicBezTo>
                    <a:cubicBezTo>
                      <a:pt x="3748694" y="903548"/>
                      <a:pt x="3756433" y="963723"/>
                      <a:pt x="3770909" y="1023096"/>
                    </a:cubicBezTo>
                    <a:cubicBezTo>
                      <a:pt x="3776913" y="1047846"/>
                      <a:pt x="3779648" y="1074732"/>
                      <a:pt x="3797327" y="1096346"/>
                    </a:cubicBezTo>
                    <a:cubicBezTo>
                      <a:pt x="3793391" y="1096813"/>
                      <a:pt x="539110" y="558981"/>
                      <a:pt x="139238" y="494270"/>
                    </a:cubicBezTo>
                    <a:cubicBezTo>
                      <a:pt x="127697" y="492402"/>
                      <a:pt x="121826" y="485597"/>
                      <a:pt x="116289" y="476858"/>
                    </a:cubicBezTo>
                    <a:cubicBezTo>
                      <a:pt x="57983" y="384795"/>
                      <a:pt x="12752" y="287662"/>
                      <a:pt x="10" y="177855"/>
                    </a:cubicBezTo>
                    <a:cubicBezTo>
                      <a:pt x="-190" y="175586"/>
                      <a:pt x="2612" y="18346"/>
                      <a:pt x="11218" y="0"/>
                    </a:cubicBezTo>
                    <a:close/>
                  </a:path>
                </a:pathLst>
              </a:custGeom>
              <a:solidFill>
                <a:srgbClr val="FAF7EE"/>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grpSp>
        <p:grpSp>
          <p:nvGrpSpPr>
            <p:cNvPr id="307" name="Google Shape;307;p4"/>
            <p:cNvGrpSpPr/>
            <p:nvPr/>
          </p:nvGrpSpPr>
          <p:grpSpPr>
            <a:xfrm>
              <a:off x="3079610" y="2705774"/>
              <a:ext cx="6093045" cy="2722939"/>
              <a:chOff x="3079610" y="2705774"/>
              <a:chExt cx="6093045" cy="2722939"/>
            </a:xfrm>
          </p:grpSpPr>
          <p:sp>
            <p:nvSpPr>
              <p:cNvPr id="308" name="Google Shape;308;p4"/>
              <p:cNvSpPr/>
              <p:nvPr/>
            </p:nvSpPr>
            <p:spPr>
              <a:xfrm>
                <a:off x="3312105" y="2705774"/>
                <a:ext cx="5797278" cy="1694486"/>
              </a:xfrm>
              <a:custGeom>
                <a:avLst/>
                <a:gdLst/>
                <a:ahLst/>
                <a:cxnLst/>
                <a:rect l="l" t="t" r="r" b="b"/>
                <a:pathLst>
                  <a:path w="5797278" h="1694486" extrusionOk="0">
                    <a:moveTo>
                      <a:pt x="0" y="820559"/>
                    </a:moveTo>
                    <a:lnTo>
                      <a:pt x="2061403" y="1694487"/>
                    </a:lnTo>
                    <a:lnTo>
                      <a:pt x="5797278" y="440300"/>
                    </a:lnTo>
                    <a:lnTo>
                      <a:pt x="3322261" y="0"/>
                    </a:lnTo>
                    <a:close/>
                  </a:path>
                </a:pathLst>
              </a:custGeom>
              <a:solidFill>
                <a:srgbClr val="0BD0D9"/>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09" name="Google Shape;309;p4"/>
              <p:cNvSpPr/>
              <p:nvPr/>
            </p:nvSpPr>
            <p:spPr>
              <a:xfrm>
                <a:off x="5268246" y="3462351"/>
                <a:ext cx="3794439" cy="1822530"/>
              </a:xfrm>
              <a:custGeom>
                <a:avLst/>
                <a:gdLst/>
                <a:ahLst/>
                <a:cxnLst/>
                <a:rect l="l" t="t" r="r" b="b"/>
                <a:pathLst>
                  <a:path w="3794439" h="1822530" extrusionOk="0">
                    <a:moveTo>
                      <a:pt x="3738735" y="194604"/>
                    </a:moveTo>
                    <a:cubicBezTo>
                      <a:pt x="3739669" y="263718"/>
                      <a:pt x="3746073" y="332831"/>
                      <a:pt x="3757948" y="400878"/>
                    </a:cubicBezTo>
                    <a:cubicBezTo>
                      <a:pt x="3760616" y="416355"/>
                      <a:pt x="3787768" y="510886"/>
                      <a:pt x="3794439" y="537571"/>
                    </a:cubicBezTo>
                    <a:cubicBezTo>
                      <a:pt x="3628393" y="592675"/>
                      <a:pt x="217872" y="1782284"/>
                      <a:pt x="119339" y="1818242"/>
                    </a:cubicBezTo>
                    <a:cubicBezTo>
                      <a:pt x="106663" y="1822845"/>
                      <a:pt x="93721" y="1824647"/>
                      <a:pt x="80712" y="1819043"/>
                    </a:cubicBezTo>
                    <a:cubicBezTo>
                      <a:pt x="66369" y="1807502"/>
                      <a:pt x="61699" y="1790490"/>
                      <a:pt x="58164" y="1774079"/>
                    </a:cubicBezTo>
                    <a:cubicBezTo>
                      <a:pt x="41886" y="1697293"/>
                      <a:pt x="21138" y="1621508"/>
                      <a:pt x="11865" y="1543188"/>
                    </a:cubicBezTo>
                    <a:cubicBezTo>
                      <a:pt x="2125" y="1461133"/>
                      <a:pt x="-1744" y="1379010"/>
                      <a:pt x="724" y="1296554"/>
                    </a:cubicBezTo>
                    <a:cubicBezTo>
                      <a:pt x="1725" y="1263798"/>
                      <a:pt x="7596" y="1259195"/>
                      <a:pt x="39751" y="1247921"/>
                    </a:cubicBezTo>
                    <a:cubicBezTo>
                      <a:pt x="149826" y="1209428"/>
                      <a:pt x="3748075" y="-2797"/>
                      <a:pt x="3756414" y="5"/>
                    </a:cubicBezTo>
                    <a:cubicBezTo>
                      <a:pt x="3756414" y="3140"/>
                      <a:pt x="3756480" y="6276"/>
                      <a:pt x="3756480" y="9411"/>
                    </a:cubicBezTo>
                    <a:cubicBezTo>
                      <a:pt x="3741403" y="48705"/>
                      <a:pt x="3738535" y="175391"/>
                      <a:pt x="3738735" y="194604"/>
                    </a:cubicBezTo>
                    <a:close/>
                  </a:path>
                </a:pathLst>
              </a:custGeom>
              <a:solidFill>
                <a:srgbClr val="FCF9F0"/>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10" name="Google Shape;310;p4"/>
              <p:cNvSpPr/>
              <p:nvPr/>
            </p:nvSpPr>
            <p:spPr>
              <a:xfrm>
                <a:off x="3079610" y="3138336"/>
                <a:ext cx="6093045" cy="2290377"/>
              </a:xfrm>
              <a:custGeom>
                <a:avLst/>
                <a:gdLst/>
                <a:ahLst/>
                <a:cxnLst/>
                <a:rect l="l" t="t" r="r" b="b"/>
                <a:pathLst>
                  <a:path w="6093045" h="2290377" extrusionOk="0">
                    <a:moveTo>
                      <a:pt x="2302504" y="2289958"/>
                    </a:moveTo>
                    <a:cubicBezTo>
                      <a:pt x="2246533" y="2309838"/>
                      <a:pt x="459316" y="1617700"/>
                      <a:pt x="304011" y="1525371"/>
                    </a:cubicBezTo>
                    <a:cubicBezTo>
                      <a:pt x="301209" y="1524837"/>
                      <a:pt x="298340" y="1524236"/>
                      <a:pt x="295538" y="1523703"/>
                    </a:cubicBezTo>
                    <a:cubicBezTo>
                      <a:pt x="197538" y="1504156"/>
                      <a:pt x="139699" y="1396750"/>
                      <a:pt x="95002" y="1315028"/>
                    </a:cubicBezTo>
                    <a:cubicBezTo>
                      <a:pt x="38096" y="1210890"/>
                      <a:pt x="5074" y="1093543"/>
                      <a:pt x="537" y="974863"/>
                    </a:cubicBezTo>
                    <a:cubicBezTo>
                      <a:pt x="-8135" y="747174"/>
                      <a:pt x="89131" y="573323"/>
                      <a:pt x="222021" y="398737"/>
                    </a:cubicBezTo>
                    <a:cubicBezTo>
                      <a:pt x="231895" y="385795"/>
                      <a:pt x="242035" y="391799"/>
                      <a:pt x="252776" y="394401"/>
                    </a:cubicBezTo>
                    <a:cubicBezTo>
                      <a:pt x="269721" y="409411"/>
                      <a:pt x="1953200" y="1086005"/>
                      <a:pt x="2265612" y="1230570"/>
                    </a:cubicBezTo>
                    <a:cubicBezTo>
                      <a:pt x="2277887" y="1236241"/>
                      <a:pt x="2289428" y="1236574"/>
                      <a:pt x="2301103" y="1231304"/>
                    </a:cubicBezTo>
                    <a:cubicBezTo>
                      <a:pt x="2343198" y="1212224"/>
                      <a:pt x="5956324" y="33489"/>
                      <a:pt x="6016431" y="7738"/>
                    </a:cubicBezTo>
                    <a:cubicBezTo>
                      <a:pt x="6063130" y="-12276"/>
                      <a:pt x="6074204" y="7671"/>
                      <a:pt x="6089814" y="54436"/>
                    </a:cubicBezTo>
                    <a:cubicBezTo>
                      <a:pt x="6103157" y="94464"/>
                      <a:pt x="6072202" y="127820"/>
                      <a:pt x="6051322" y="146499"/>
                    </a:cubicBezTo>
                    <a:cubicBezTo>
                      <a:pt x="6039113" y="157440"/>
                      <a:pt x="2416181" y="1360258"/>
                      <a:pt x="2317781" y="1360258"/>
                    </a:cubicBezTo>
                    <a:cubicBezTo>
                      <a:pt x="2280489" y="1372934"/>
                      <a:pt x="2246666" y="1373000"/>
                      <a:pt x="2209907" y="1356923"/>
                    </a:cubicBezTo>
                    <a:cubicBezTo>
                      <a:pt x="1575876" y="1080668"/>
                      <a:pt x="923365" y="846242"/>
                      <a:pt x="291469" y="565718"/>
                    </a:cubicBezTo>
                    <a:cubicBezTo>
                      <a:pt x="275725" y="558713"/>
                      <a:pt x="268787" y="565851"/>
                      <a:pt x="258246" y="576392"/>
                    </a:cubicBezTo>
                    <a:cubicBezTo>
                      <a:pt x="139098" y="694872"/>
                      <a:pt x="133561" y="905749"/>
                      <a:pt x="140433" y="988472"/>
                    </a:cubicBezTo>
                    <a:cubicBezTo>
                      <a:pt x="151840" y="1124898"/>
                      <a:pt x="207345" y="1242378"/>
                      <a:pt x="287466" y="1350385"/>
                    </a:cubicBezTo>
                    <a:cubicBezTo>
                      <a:pt x="298073" y="1364661"/>
                      <a:pt x="1921578" y="1982548"/>
                      <a:pt x="2227186" y="2117574"/>
                    </a:cubicBezTo>
                    <a:cubicBezTo>
                      <a:pt x="2241996" y="2123978"/>
                      <a:pt x="2258140" y="2127781"/>
                      <a:pt x="2269948" y="2139989"/>
                    </a:cubicBezTo>
                    <a:cubicBezTo>
                      <a:pt x="2302237" y="2146927"/>
                      <a:pt x="2328255" y="2127247"/>
                      <a:pt x="2356207" y="2118041"/>
                    </a:cubicBezTo>
                    <a:cubicBezTo>
                      <a:pt x="3132068" y="1863935"/>
                      <a:pt x="5543443" y="1016958"/>
                      <a:pt x="5979206" y="867123"/>
                    </a:cubicBezTo>
                    <a:cubicBezTo>
                      <a:pt x="5982742" y="865922"/>
                      <a:pt x="6043049" y="848243"/>
                      <a:pt x="6063063" y="908284"/>
                    </a:cubicBezTo>
                    <a:cubicBezTo>
                      <a:pt x="6089748" y="961654"/>
                      <a:pt x="6036378" y="995010"/>
                      <a:pt x="5982475" y="1012021"/>
                    </a:cubicBezTo>
                    <a:cubicBezTo>
                      <a:pt x="5914428" y="1033569"/>
                      <a:pt x="2753010" y="2130249"/>
                      <a:pt x="2302504" y="2289958"/>
                    </a:cubicBezTo>
                    <a:close/>
                  </a:path>
                </a:pathLst>
              </a:custGeom>
              <a:solidFill>
                <a:srgbClr val="089CA2"/>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11" name="Google Shape;311;p4"/>
              <p:cNvSpPr/>
              <p:nvPr/>
            </p:nvSpPr>
            <p:spPr>
              <a:xfrm>
                <a:off x="3210108" y="3878013"/>
                <a:ext cx="2100415" cy="1382699"/>
              </a:xfrm>
              <a:custGeom>
                <a:avLst/>
                <a:gdLst/>
                <a:ahLst/>
                <a:cxnLst/>
                <a:rect l="l" t="t" r="r" b="b"/>
                <a:pathLst>
                  <a:path w="2100415" h="1382699" extrusionOk="0">
                    <a:moveTo>
                      <a:pt x="34218" y="4628"/>
                    </a:moveTo>
                    <a:cubicBezTo>
                      <a:pt x="48828" y="-6379"/>
                      <a:pt x="59969" y="5029"/>
                      <a:pt x="72311" y="10232"/>
                    </a:cubicBezTo>
                    <a:cubicBezTo>
                      <a:pt x="121544" y="31047"/>
                      <a:pt x="171178" y="50993"/>
                      <a:pt x="220211" y="72408"/>
                    </a:cubicBezTo>
                    <a:cubicBezTo>
                      <a:pt x="379119" y="141655"/>
                      <a:pt x="539228" y="208100"/>
                      <a:pt x="698270" y="277147"/>
                    </a:cubicBezTo>
                    <a:cubicBezTo>
                      <a:pt x="816817" y="328582"/>
                      <a:pt x="936098" y="378416"/>
                      <a:pt x="1055179" y="428717"/>
                    </a:cubicBezTo>
                    <a:cubicBezTo>
                      <a:pt x="1147109" y="467544"/>
                      <a:pt x="1239905" y="504235"/>
                      <a:pt x="1331234" y="544329"/>
                    </a:cubicBezTo>
                    <a:cubicBezTo>
                      <a:pt x="1479201" y="609307"/>
                      <a:pt x="1628036" y="672283"/>
                      <a:pt x="1777137" y="734592"/>
                    </a:cubicBezTo>
                    <a:cubicBezTo>
                      <a:pt x="1862129" y="770149"/>
                      <a:pt x="1946186" y="807908"/>
                      <a:pt x="2031043" y="844000"/>
                    </a:cubicBezTo>
                    <a:cubicBezTo>
                      <a:pt x="2042051" y="848670"/>
                      <a:pt x="2041717" y="855140"/>
                      <a:pt x="2040717" y="864080"/>
                    </a:cubicBezTo>
                    <a:cubicBezTo>
                      <a:pt x="2034513" y="920452"/>
                      <a:pt x="2036647" y="976756"/>
                      <a:pt x="2040250" y="1033329"/>
                    </a:cubicBezTo>
                    <a:cubicBezTo>
                      <a:pt x="2044319" y="1096705"/>
                      <a:pt x="2051791" y="1159414"/>
                      <a:pt x="2065000" y="1221457"/>
                    </a:cubicBezTo>
                    <a:cubicBezTo>
                      <a:pt x="2075607" y="1271290"/>
                      <a:pt x="2087482" y="1320791"/>
                      <a:pt x="2099090" y="1370424"/>
                    </a:cubicBezTo>
                    <a:cubicBezTo>
                      <a:pt x="2100224" y="1375161"/>
                      <a:pt x="2102159" y="1379297"/>
                      <a:pt x="2097088" y="1382700"/>
                    </a:cubicBezTo>
                    <a:cubicBezTo>
                      <a:pt x="2050990" y="1369290"/>
                      <a:pt x="2007427" y="1349277"/>
                      <a:pt x="1962730" y="1332132"/>
                    </a:cubicBezTo>
                    <a:cubicBezTo>
                      <a:pt x="1853323" y="1290036"/>
                      <a:pt x="1744048" y="1247407"/>
                      <a:pt x="1634707" y="1205112"/>
                    </a:cubicBezTo>
                    <a:cubicBezTo>
                      <a:pt x="1601017" y="1192036"/>
                      <a:pt x="1567128" y="1179361"/>
                      <a:pt x="1533372" y="1166486"/>
                    </a:cubicBezTo>
                    <a:cubicBezTo>
                      <a:pt x="1527901" y="1164751"/>
                      <a:pt x="1522831" y="1162216"/>
                      <a:pt x="1518094" y="1159081"/>
                    </a:cubicBezTo>
                    <a:cubicBezTo>
                      <a:pt x="1515293" y="1158414"/>
                      <a:pt x="1512491" y="1157746"/>
                      <a:pt x="1509689" y="1157079"/>
                    </a:cubicBezTo>
                    <a:cubicBezTo>
                      <a:pt x="1505019" y="1153811"/>
                      <a:pt x="1499815" y="1151609"/>
                      <a:pt x="1494545" y="1149541"/>
                    </a:cubicBezTo>
                    <a:cubicBezTo>
                      <a:pt x="1458521" y="1135999"/>
                      <a:pt x="1422429" y="1122722"/>
                      <a:pt x="1386538" y="1108847"/>
                    </a:cubicBezTo>
                    <a:cubicBezTo>
                      <a:pt x="1282934" y="1068953"/>
                      <a:pt x="1179331" y="1029192"/>
                      <a:pt x="1075927" y="988832"/>
                    </a:cubicBezTo>
                    <a:cubicBezTo>
                      <a:pt x="953243" y="940999"/>
                      <a:pt x="830893" y="892433"/>
                      <a:pt x="708210" y="844600"/>
                    </a:cubicBezTo>
                    <a:cubicBezTo>
                      <a:pt x="591330" y="799103"/>
                      <a:pt x="474184" y="754205"/>
                      <a:pt x="357171" y="708908"/>
                    </a:cubicBezTo>
                    <a:cubicBezTo>
                      <a:pt x="298331" y="686159"/>
                      <a:pt x="239291" y="663944"/>
                      <a:pt x="180918" y="639994"/>
                    </a:cubicBezTo>
                    <a:cubicBezTo>
                      <a:pt x="153699" y="628853"/>
                      <a:pt x="142759" y="600834"/>
                      <a:pt x="126881" y="578752"/>
                    </a:cubicBezTo>
                    <a:cubicBezTo>
                      <a:pt x="75579" y="507237"/>
                      <a:pt x="39622" y="428050"/>
                      <a:pt x="18407" y="342725"/>
                    </a:cubicBezTo>
                    <a:cubicBezTo>
                      <a:pt x="-3007" y="256667"/>
                      <a:pt x="-6743" y="169674"/>
                      <a:pt x="12537" y="82348"/>
                    </a:cubicBezTo>
                    <a:cubicBezTo>
                      <a:pt x="18341" y="56130"/>
                      <a:pt x="24078" y="29779"/>
                      <a:pt x="34218" y="4628"/>
                    </a:cubicBezTo>
                    <a:close/>
                  </a:path>
                </a:pathLst>
              </a:custGeom>
              <a:solidFill>
                <a:srgbClr val="FCF9F0"/>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12" name="Google Shape;312;p4"/>
              <p:cNvSpPr/>
              <p:nvPr/>
            </p:nvSpPr>
            <p:spPr>
              <a:xfrm>
                <a:off x="3244326" y="3309118"/>
                <a:ext cx="5808552" cy="1969273"/>
              </a:xfrm>
              <a:custGeom>
                <a:avLst/>
                <a:gdLst/>
                <a:ahLst/>
                <a:cxnLst/>
                <a:rect l="l" t="t" r="r" b="b"/>
                <a:pathLst>
                  <a:path w="5808552" h="1969273" extrusionOk="0">
                    <a:moveTo>
                      <a:pt x="5808553" y="0"/>
                    </a:moveTo>
                    <a:cubicBezTo>
                      <a:pt x="5776864" y="9607"/>
                      <a:pt x="2220244" y="1156053"/>
                      <a:pt x="2161337" y="1178735"/>
                    </a:cubicBezTo>
                    <a:cubicBezTo>
                      <a:pt x="2121844" y="1193946"/>
                      <a:pt x="2087621" y="1198216"/>
                      <a:pt x="2046859" y="1180203"/>
                    </a:cubicBezTo>
                    <a:cubicBezTo>
                      <a:pt x="1933382" y="1130036"/>
                      <a:pt x="176787" y="409078"/>
                      <a:pt x="118681" y="384662"/>
                    </a:cubicBezTo>
                    <a:cubicBezTo>
                      <a:pt x="110809" y="381393"/>
                      <a:pt x="104938" y="381193"/>
                      <a:pt x="98867" y="389465"/>
                    </a:cubicBezTo>
                    <a:cubicBezTo>
                      <a:pt x="74851" y="422354"/>
                      <a:pt x="51435" y="455510"/>
                      <a:pt x="36091" y="493603"/>
                    </a:cubicBezTo>
                    <a:lnTo>
                      <a:pt x="36091" y="493603"/>
                    </a:lnTo>
                    <a:cubicBezTo>
                      <a:pt x="36091" y="493603"/>
                      <a:pt x="36091" y="493603"/>
                      <a:pt x="36091" y="493603"/>
                    </a:cubicBezTo>
                    <a:cubicBezTo>
                      <a:pt x="18813" y="517886"/>
                      <a:pt x="10207" y="546105"/>
                      <a:pt x="0" y="573590"/>
                    </a:cubicBezTo>
                    <a:cubicBezTo>
                      <a:pt x="11007" y="577126"/>
                      <a:pt x="1927779" y="1389479"/>
                      <a:pt x="1982282" y="1414362"/>
                    </a:cubicBezTo>
                    <a:cubicBezTo>
                      <a:pt x="1991956" y="1418766"/>
                      <a:pt x="1999827" y="1422301"/>
                      <a:pt x="1998894" y="1435844"/>
                    </a:cubicBezTo>
                    <a:cubicBezTo>
                      <a:pt x="1995024" y="1495618"/>
                      <a:pt x="1996292" y="1555258"/>
                      <a:pt x="2000295" y="1615233"/>
                    </a:cubicBezTo>
                    <a:cubicBezTo>
                      <a:pt x="2007966" y="1730044"/>
                      <a:pt x="2033050" y="1841186"/>
                      <a:pt x="2062870" y="1951662"/>
                    </a:cubicBezTo>
                    <a:cubicBezTo>
                      <a:pt x="2075346" y="1961468"/>
                      <a:pt x="2091223" y="1963269"/>
                      <a:pt x="2105299" y="1969273"/>
                    </a:cubicBezTo>
                    <a:cubicBezTo>
                      <a:pt x="2102164" y="1962202"/>
                      <a:pt x="2098228" y="1955331"/>
                      <a:pt x="2095960" y="1947992"/>
                    </a:cubicBezTo>
                    <a:cubicBezTo>
                      <a:pt x="2078147" y="1890353"/>
                      <a:pt x="2066073" y="1831313"/>
                      <a:pt x="2054398" y="1772273"/>
                    </a:cubicBezTo>
                    <a:cubicBezTo>
                      <a:pt x="2043457" y="1716902"/>
                      <a:pt x="2039254" y="1660664"/>
                      <a:pt x="2034118" y="1604425"/>
                    </a:cubicBezTo>
                    <a:cubicBezTo>
                      <a:pt x="2029181" y="1550722"/>
                      <a:pt x="2032183" y="1497352"/>
                      <a:pt x="2031449" y="1443849"/>
                    </a:cubicBezTo>
                    <a:cubicBezTo>
                      <a:pt x="2031249" y="1431374"/>
                      <a:pt x="2032183" y="1416764"/>
                      <a:pt x="2050462" y="1411027"/>
                    </a:cubicBezTo>
                    <a:cubicBezTo>
                      <a:pt x="2107101" y="1393148"/>
                      <a:pt x="5750380" y="172117"/>
                      <a:pt x="5780333" y="153238"/>
                    </a:cubicBezTo>
                    <a:cubicBezTo>
                      <a:pt x="5805017" y="97133"/>
                      <a:pt x="5798346" y="50434"/>
                      <a:pt x="5808553" y="0"/>
                    </a:cubicBezTo>
                    <a:close/>
                  </a:path>
                </a:pathLst>
              </a:custGeom>
              <a:solidFill>
                <a:srgbClr val="F3EDDF"/>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grpSp>
        <p:grpSp>
          <p:nvGrpSpPr>
            <p:cNvPr id="313" name="Google Shape;313;p4"/>
            <p:cNvGrpSpPr/>
            <p:nvPr/>
          </p:nvGrpSpPr>
          <p:grpSpPr>
            <a:xfrm>
              <a:off x="3534039" y="1369064"/>
              <a:ext cx="5635037" cy="2508265"/>
              <a:chOff x="3534039" y="1369064"/>
              <a:chExt cx="5635037" cy="2508265"/>
            </a:xfrm>
          </p:grpSpPr>
          <p:sp>
            <p:nvSpPr>
              <p:cNvPr id="314" name="Google Shape;314;p4"/>
              <p:cNvSpPr/>
              <p:nvPr/>
            </p:nvSpPr>
            <p:spPr>
              <a:xfrm>
                <a:off x="3723052" y="1369064"/>
                <a:ext cx="5387532" cy="1458392"/>
              </a:xfrm>
              <a:custGeom>
                <a:avLst/>
                <a:gdLst/>
                <a:ahLst/>
                <a:cxnLst/>
                <a:rect l="l" t="t" r="r" b="b"/>
                <a:pathLst>
                  <a:path w="5387532" h="1458392" extrusionOk="0">
                    <a:moveTo>
                      <a:pt x="0" y="887804"/>
                    </a:moveTo>
                    <a:lnTo>
                      <a:pt x="2437992" y="1458392"/>
                    </a:lnTo>
                    <a:lnTo>
                      <a:pt x="5387533" y="369185"/>
                    </a:lnTo>
                    <a:lnTo>
                      <a:pt x="2682092" y="0"/>
                    </a:lnTo>
                    <a:close/>
                  </a:path>
                </a:pathLst>
              </a:custGeom>
              <a:solidFill>
                <a:srgbClr val="10CF9B"/>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15" name="Google Shape;315;p4"/>
              <p:cNvSpPr/>
              <p:nvPr/>
            </p:nvSpPr>
            <p:spPr>
              <a:xfrm>
                <a:off x="6118039" y="2034838"/>
                <a:ext cx="2949701" cy="1700045"/>
              </a:xfrm>
              <a:custGeom>
                <a:avLst/>
                <a:gdLst/>
                <a:ahLst/>
                <a:cxnLst/>
                <a:rect l="l" t="t" r="r" b="b"/>
                <a:pathLst>
                  <a:path w="2949701" h="1700045" extrusionOk="0">
                    <a:moveTo>
                      <a:pt x="2881803" y="144244"/>
                    </a:moveTo>
                    <a:cubicBezTo>
                      <a:pt x="2880069" y="223232"/>
                      <a:pt x="2882337" y="302152"/>
                      <a:pt x="2894812" y="380272"/>
                    </a:cubicBezTo>
                    <a:cubicBezTo>
                      <a:pt x="2898415" y="403020"/>
                      <a:pt x="2955720" y="610295"/>
                      <a:pt x="2949182" y="614765"/>
                    </a:cubicBezTo>
                    <a:cubicBezTo>
                      <a:pt x="2917828" y="636179"/>
                      <a:pt x="345878" y="1602170"/>
                      <a:pt x="103713" y="1694299"/>
                    </a:cubicBezTo>
                    <a:cubicBezTo>
                      <a:pt x="88903" y="1699903"/>
                      <a:pt x="73826" y="1703306"/>
                      <a:pt x="58615" y="1695367"/>
                    </a:cubicBezTo>
                    <a:cubicBezTo>
                      <a:pt x="56948" y="1693299"/>
                      <a:pt x="56414" y="1691030"/>
                      <a:pt x="57014" y="1688428"/>
                    </a:cubicBezTo>
                    <a:cubicBezTo>
                      <a:pt x="62952" y="1679556"/>
                      <a:pt x="16920" y="1463476"/>
                      <a:pt x="6447" y="1362874"/>
                    </a:cubicBezTo>
                    <a:cubicBezTo>
                      <a:pt x="-2760" y="1274614"/>
                      <a:pt x="576" y="1185753"/>
                      <a:pt x="643" y="1097093"/>
                    </a:cubicBezTo>
                    <a:cubicBezTo>
                      <a:pt x="643" y="1079014"/>
                      <a:pt x="9182" y="1068874"/>
                      <a:pt x="25993" y="1062536"/>
                    </a:cubicBezTo>
                    <a:cubicBezTo>
                      <a:pt x="165755" y="1009967"/>
                      <a:pt x="2827366" y="19360"/>
                      <a:pt x="2868394" y="4816"/>
                    </a:cubicBezTo>
                    <a:cubicBezTo>
                      <a:pt x="2877601" y="1547"/>
                      <a:pt x="2887340" y="-3323"/>
                      <a:pt x="2897347" y="3282"/>
                    </a:cubicBezTo>
                    <a:cubicBezTo>
                      <a:pt x="2897280" y="9486"/>
                      <a:pt x="2882337" y="118427"/>
                      <a:pt x="2881803" y="144244"/>
                    </a:cubicBezTo>
                    <a:close/>
                  </a:path>
                </a:pathLst>
              </a:custGeom>
              <a:solidFill>
                <a:srgbClr val="FAF7EE"/>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16" name="Google Shape;316;p4"/>
              <p:cNvSpPr/>
              <p:nvPr/>
            </p:nvSpPr>
            <p:spPr>
              <a:xfrm>
                <a:off x="3534039" y="1731248"/>
                <a:ext cx="5635037" cy="2146081"/>
              </a:xfrm>
              <a:custGeom>
                <a:avLst/>
                <a:gdLst/>
                <a:ahLst/>
                <a:cxnLst/>
                <a:rect l="l" t="t" r="r" b="b"/>
                <a:pathLst>
                  <a:path w="5635037" h="2146081" extrusionOk="0">
                    <a:moveTo>
                      <a:pt x="2642149" y="1996489"/>
                    </a:moveTo>
                    <a:cubicBezTo>
                      <a:pt x="2659427" y="1998824"/>
                      <a:pt x="2675371" y="1995888"/>
                      <a:pt x="2691982" y="1989550"/>
                    </a:cubicBezTo>
                    <a:cubicBezTo>
                      <a:pt x="3012200" y="1867934"/>
                      <a:pt x="5465203" y="940437"/>
                      <a:pt x="5533249" y="914285"/>
                    </a:cubicBezTo>
                    <a:cubicBezTo>
                      <a:pt x="5567606" y="894539"/>
                      <a:pt x="5607033" y="911950"/>
                      <a:pt x="5616706" y="951177"/>
                    </a:cubicBezTo>
                    <a:cubicBezTo>
                      <a:pt x="5616706" y="954913"/>
                      <a:pt x="5621976" y="973192"/>
                      <a:pt x="5622043" y="974793"/>
                    </a:cubicBezTo>
                    <a:cubicBezTo>
                      <a:pt x="5632383" y="1029831"/>
                      <a:pt x="5589154" y="1044040"/>
                      <a:pt x="5546858" y="1059518"/>
                    </a:cubicBezTo>
                    <a:cubicBezTo>
                      <a:pt x="5475477" y="1085736"/>
                      <a:pt x="2929011" y="2051726"/>
                      <a:pt x="2707727" y="2131114"/>
                    </a:cubicBezTo>
                    <a:cubicBezTo>
                      <a:pt x="2692383" y="2136584"/>
                      <a:pt x="2676639" y="2141054"/>
                      <a:pt x="2661095" y="2145990"/>
                    </a:cubicBezTo>
                    <a:cubicBezTo>
                      <a:pt x="2657693" y="2147058"/>
                      <a:pt x="2641281" y="2138385"/>
                      <a:pt x="2637412" y="2137451"/>
                    </a:cubicBezTo>
                    <a:cubicBezTo>
                      <a:pt x="2621935" y="2133715"/>
                      <a:pt x="287346" y="1562994"/>
                      <a:pt x="152721" y="1530638"/>
                    </a:cubicBezTo>
                    <a:cubicBezTo>
                      <a:pt x="136043" y="1526636"/>
                      <a:pt x="126170" y="1518897"/>
                      <a:pt x="118364" y="1503620"/>
                    </a:cubicBezTo>
                    <a:cubicBezTo>
                      <a:pt x="53454" y="1376133"/>
                      <a:pt x="14094" y="1241642"/>
                      <a:pt x="2819" y="1098811"/>
                    </a:cubicBezTo>
                    <a:cubicBezTo>
                      <a:pt x="-14326" y="880996"/>
                      <a:pt x="46516" y="689199"/>
                      <a:pt x="191214" y="524420"/>
                    </a:cubicBezTo>
                    <a:cubicBezTo>
                      <a:pt x="206091" y="507475"/>
                      <a:pt x="218499" y="517816"/>
                      <a:pt x="232509" y="521552"/>
                    </a:cubicBezTo>
                    <a:cubicBezTo>
                      <a:pt x="326439" y="539697"/>
                      <a:pt x="2324599" y="1022893"/>
                      <a:pt x="2589179" y="1086669"/>
                    </a:cubicBezTo>
                    <a:cubicBezTo>
                      <a:pt x="2609593" y="1091606"/>
                      <a:pt x="2628539" y="1090472"/>
                      <a:pt x="2648419" y="1083000"/>
                    </a:cubicBezTo>
                    <a:cubicBezTo>
                      <a:pt x="2853759" y="1006215"/>
                      <a:pt x="5341786" y="80451"/>
                      <a:pt x="5541588" y="6534"/>
                    </a:cubicBezTo>
                    <a:cubicBezTo>
                      <a:pt x="5569207" y="-5407"/>
                      <a:pt x="5596492" y="-737"/>
                      <a:pt x="5611569" y="18543"/>
                    </a:cubicBezTo>
                    <a:cubicBezTo>
                      <a:pt x="5620108" y="31351"/>
                      <a:pt x="5627981" y="44427"/>
                      <a:pt x="5631716" y="59504"/>
                    </a:cubicBezTo>
                    <a:cubicBezTo>
                      <a:pt x="5641990" y="87123"/>
                      <a:pt x="5628648" y="120479"/>
                      <a:pt x="5588620" y="138624"/>
                    </a:cubicBezTo>
                    <a:cubicBezTo>
                      <a:pt x="5587086" y="138891"/>
                      <a:pt x="2810930" y="1173595"/>
                      <a:pt x="2655958" y="1232102"/>
                    </a:cubicBezTo>
                    <a:cubicBezTo>
                      <a:pt x="2635277" y="1239907"/>
                      <a:pt x="2616131" y="1240908"/>
                      <a:pt x="2594716" y="1235771"/>
                    </a:cubicBezTo>
                    <a:cubicBezTo>
                      <a:pt x="2317061" y="1169326"/>
                      <a:pt x="340916" y="696604"/>
                      <a:pt x="277940" y="679192"/>
                    </a:cubicBezTo>
                    <a:cubicBezTo>
                      <a:pt x="256058" y="673121"/>
                      <a:pt x="242983" y="679059"/>
                      <a:pt x="231375" y="697671"/>
                    </a:cubicBezTo>
                    <a:cubicBezTo>
                      <a:pt x="210761" y="730760"/>
                      <a:pt x="190747" y="763983"/>
                      <a:pt x="177271" y="800808"/>
                    </a:cubicBezTo>
                    <a:cubicBezTo>
                      <a:pt x="153121" y="857580"/>
                      <a:pt x="140179" y="916887"/>
                      <a:pt x="136043" y="978329"/>
                    </a:cubicBezTo>
                    <a:cubicBezTo>
                      <a:pt x="135509" y="986334"/>
                      <a:pt x="135376" y="1083868"/>
                      <a:pt x="135910" y="1091406"/>
                    </a:cubicBezTo>
                    <a:cubicBezTo>
                      <a:pt x="142781" y="1189540"/>
                      <a:pt x="169599" y="1282536"/>
                      <a:pt x="206358" y="1373131"/>
                    </a:cubicBezTo>
                    <a:cubicBezTo>
                      <a:pt x="213162" y="1389942"/>
                      <a:pt x="224103" y="1399149"/>
                      <a:pt x="241582" y="1403352"/>
                    </a:cubicBezTo>
                    <a:cubicBezTo>
                      <a:pt x="405026" y="1442378"/>
                      <a:pt x="2526336" y="1960598"/>
                      <a:pt x="2606124" y="1981545"/>
                    </a:cubicBezTo>
                    <a:cubicBezTo>
                      <a:pt x="2618666" y="1984947"/>
                      <a:pt x="2632542" y="1985748"/>
                      <a:pt x="2642149" y="1996489"/>
                    </a:cubicBezTo>
                    <a:close/>
                  </a:path>
                </a:pathLst>
              </a:custGeom>
              <a:solidFill>
                <a:srgbClr val="0B9B74"/>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17" name="Google Shape;317;p4"/>
              <p:cNvSpPr/>
              <p:nvPr/>
            </p:nvSpPr>
            <p:spPr>
              <a:xfrm>
                <a:off x="3706574" y="1898358"/>
                <a:ext cx="5347038" cy="1825508"/>
              </a:xfrm>
              <a:custGeom>
                <a:avLst/>
                <a:gdLst/>
                <a:ahLst/>
                <a:cxnLst/>
                <a:rect l="l" t="t" r="r" b="b"/>
                <a:pathLst>
                  <a:path w="5347038" h="1825508" extrusionOk="0">
                    <a:moveTo>
                      <a:pt x="0" y="630362"/>
                    </a:moveTo>
                    <a:cubicBezTo>
                      <a:pt x="14677" y="587200"/>
                      <a:pt x="38960" y="549307"/>
                      <a:pt x="64310" y="511948"/>
                    </a:cubicBezTo>
                    <a:cubicBezTo>
                      <a:pt x="71315" y="501608"/>
                      <a:pt x="78987" y="499540"/>
                      <a:pt x="91929" y="502675"/>
                    </a:cubicBezTo>
                    <a:cubicBezTo>
                      <a:pt x="270651" y="546172"/>
                      <a:pt x="2258137" y="1022563"/>
                      <a:pt x="2432322" y="1064791"/>
                    </a:cubicBezTo>
                    <a:cubicBezTo>
                      <a:pt x="2446732" y="1068260"/>
                      <a:pt x="2459274" y="1067526"/>
                      <a:pt x="2472816" y="1062456"/>
                    </a:cubicBezTo>
                    <a:cubicBezTo>
                      <a:pt x="2740732" y="962722"/>
                      <a:pt x="5337833" y="467"/>
                      <a:pt x="5341635" y="0"/>
                    </a:cubicBezTo>
                    <a:cubicBezTo>
                      <a:pt x="5345437" y="1801"/>
                      <a:pt x="5348640" y="3936"/>
                      <a:pt x="5346172" y="8939"/>
                    </a:cubicBezTo>
                    <a:cubicBezTo>
                      <a:pt x="5341635" y="19413"/>
                      <a:pt x="5314950" y="129688"/>
                      <a:pt x="5308746" y="139695"/>
                    </a:cubicBezTo>
                    <a:cubicBezTo>
                      <a:pt x="5308746" y="139695"/>
                      <a:pt x="5308679" y="139628"/>
                      <a:pt x="5308679" y="139628"/>
                    </a:cubicBezTo>
                    <a:cubicBezTo>
                      <a:pt x="5224422" y="165379"/>
                      <a:pt x="2469614" y="1197949"/>
                      <a:pt x="2437059" y="1205220"/>
                    </a:cubicBezTo>
                    <a:cubicBezTo>
                      <a:pt x="2424316" y="1208022"/>
                      <a:pt x="2417845" y="1215627"/>
                      <a:pt x="2417979" y="1230104"/>
                    </a:cubicBezTo>
                    <a:cubicBezTo>
                      <a:pt x="2418579" y="1295415"/>
                      <a:pt x="2415444" y="1360926"/>
                      <a:pt x="2419046" y="1426104"/>
                    </a:cubicBezTo>
                    <a:cubicBezTo>
                      <a:pt x="2422449" y="1486812"/>
                      <a:pt x="2428586" y="1547520"/>
                      <a:pt x="2439327" y="1607761"/>
                    </a:cubicBezTo>
                    <a:cubicBezTo>
                      <a:pt x="2451668" y="1676941"/>
                      <a:pt x="2462409" y="1746389"/>
                      <a:pt x="2480621" y="1814301"/>
                    </a:cubicBezTo>
                    <a:cubicBezTo>
                      <a:pt x="2483890" y="1826509"/>
                      <a:pt x="2476485" y="1825042"/>
                      <a:pt x="2469547" y="1825509"/>
                    </a:cubicBezTo>
                    <a:cubicBezTo>
                      <a:pt x="2452736" y="1824842"/>
                      <a:pt x="2444597" y="1814702"/>
                      <a:pt x="2441395" y="1799424"/>
                    </a:cubicBezTo>
                    <a:cubicBezTo>
                      <a:pt x="2424316" y="1718102"/>
                      <a:pt x="2407505" y="1636780"/>
                      <a:pt x="2396564" y="1554191"/>
                    </a:cubicBezTo>
                    <a:cubicBezTo>
                      <a:pt x="2382888" y="1451188"/>
                      <a:pt x="2383155" y="1347984"/>
                      <a:pt x="2383889" y="1244580"/>
                    </a:cubicBezTo>
                    <a:cubicBezTo>
                      <a:pt x="2384022" y="1224633"/>
                      <a:pt x="2376551" y="1215761"/>
                      <a:pt x="2357137" y="1211157"/>
                    </a:cubicBezTo>
                    <a:cubicBezTo>
                      <a:pt x="2236122" y="1182738"/>
                      <a:pt x="18613" y="645372"/>
                      <a:pt x="0" y="630362"/>
                    </a:cubicBezTo>
                    <a:close/>
                  </a:path>
                </a:pathLst>
              </a:custGeom>
              <a:solidFill>
                <a:srgbClr val="F3EDDF"/>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18" name="Google Shape;318;p4"/>
              <p:cNvSpPr/>
              <p:nvPr/>
            </p:nvSpPr>
            <p:spPr>
              <a:xfrm>
                <a:off x="3658349" y="2528720"/>
                <a:ext cx="2517838" cy="1199016"/>
              </a:xfrm>
              <a:custGeom>
                <a:avLst/>
                <a:gdLst/>
                <a:ahLst/>
                <a:cxnLst/>
                <a:rect l="l" t="t" r="r" b="b"/>
                <a:pathLst>
                  <a:path w="2517838" h="1199016" extrusionOk="0">
                    <a:moveTo>
                      <a:pt x="48225" y="0"/>
                    </a:moveTo>
                    <a:cubicBezTo>
                      <a:pt x="109667" y="20748"/>
                      <a:pt x="2330044" y="555378"/>
                      <a:pt x="2413968" y="575658"/>
                    </a:cubicBezTo>
                    <a:cubicBezTo>
                      <a:pt x="2431914" y="579995"/>
                      <a:pt x="2439585" y="586599"/>
                      <a:pt x="2438985" y="606613"/>
                    </a:cubicBezTo>
                    <a:cubicBezTo>
                      <a:pt x="2437384" y="658715"/>
                      <a:pt x="2437584" y="710884"/>
                      <a:pt x="2438651" y="762986"/>
                    </a:cubicBezTo>
                    <a:cubicBezTo>
                      <a:pt x="2440186" y="837236"/>
                      <a:pt x="2449525" y="910753"/>
                      <a:pt x="2460466" y="984203"/>
                    </a:cubicBezTo>
                    <a:cubicBezTo>
                      <a:pt x="2469406" y="1044644"/>
                      <a:pt x="2503629" y="1189610"/>
                      <a:pt x="2517839" y="1195214"/>
                    </a:cubicBezTo>
                    <a:cubicBezTo>
                      <a:pt x="2517839" y="1196481"/>
                      <a:pt x="2517839" y="1197749"/>
                      <a:pt x="2517839" y="1199016"/>
                    </a:cubicBezTo>
                    <a:cubicBezTo>
                      <a:pt x="2409365" y="1172732"/>
                      <a:pt x="230015" y="639769"/>
                      <a:pt x="110000" y="611216"/>
                    </a:cubicBezTo>
                    <a:cubicBezTo>
                      <a:pt x="92588" y="607080"/>
                      <a:pt x="84116" y="597340"/>
                      <a:pt x="77778" y="581996"/>
                    </a:cubicBezTo>
                    <a:cubicBezTo>
                      <a:pt x="38551" y="486598"/>
                      <a:pt x="9665" y="388798"/>
                      <a:pt x="4728" y="284994"/>
                    </a:cubicBezTo>
                    <a:cubicBezTo>
                      <a:pt x="4528" y="281325"/>
                      <a:pt x="-2810" y="225620"/>
                      <a:pt x="1193" y="201337"/>
                    </a:cubicBezTo>
                    <a:cubicBezTo>
                      <a:pt x="8264" y="156573"/>
                      <a:pt x="11066" y="111142"/>
                      <a:pt x="23942" y="67313"/>
                    </a:cubicBezTo>
                    <a:cubicBezTo>
                      <a:pt x="30746" y="44430"/>
                      <a:pt x="37618" y="21548"/>
                      <a:pt x="48225" y="0"/>
                    </a:cubicBezTo>
                    <a:close/>
                  </a:path>
                </a:pathLst>
              </a:custGeom>
              <a:solidFill>
                <a:srgbClr val="FAF7EE"/>
              </a:solidFill>
              <a:ln>
                <a:noFill/>
              </a:ln>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grpSp>
      </p:grpSp>
      <p:grpSp>
        <p:nvGrpSpPr>
          <p:cNvPr id="319" name="Google Shape;319;p4"/>
          <p:cNvGrpSpPr/>
          <p:nvPr/>
        </p:nvGrpSpPr>
        <p:grpSpPr>
          <a:xfrm>
            <a:off x="8665393" y="1897381"/>
            <a:ext cx="3075166" cy="1684297"/>
            <a:chOff x="6942588" y="4124748"/>
            <a:chExt cx="5181867" cy="2730552"/>
          </a:xfrm>
        </p:grpSpPr>
        <p:sp>
          <p:nvSpPr>
            <p:cNvPr id="320" name="Google Shape;320;p4"/>
            <p:cNvSpPr/>
            <p:nvPr/>
          </p:nvSpPr>
          <p:spPr>
            <a:xfrm>
              <a:off x="6942588" y="4254341"/>
              <a:ext cx="5181867" cy="2600959"/>
            </a:xfrm>
            <a:custGeom>
              <a:avLst/>
              <a:gdLst/>
              <a:ahLst/>
              <a:cxnLst/>
              <a:rect l="l" t="t" r="r" b="b"/>
              <a:pathLst>
                <a:path w="5181867" h="2600959" extrusionOk="0">
                  <a:moveTo>
                    <a:pt x="5181585" y="626851"/>
                  </a:moveTo>
                  <a:cubicBezTo>
                    <a:pt x="5173162" y="351903"/>
                    <a:pt x="5048492" y="33490"/>
                    <a:pt x="4760404" y="807"/>
                  </a:cubicBezTo>
                  <a:cubicBezTo>
                    <a:pt x="4741198" y="-1215"/>
                    <a:pt x="4720981" y="807"/>
                    <a:pt x="4701101" y="4176"/>
                  </a:cubicBezTo>
                  <a:cubicBezTo>
                    <a:pt x="4687287" y="6535"/>
                    <a:pt x="4669429" y="6198"/>
                    <a:pt x="4655277" y="8556"/>
                  </a:cubicBezTo>
                  <a:cubicBezTo>
                    <a:pt x="4632702" y="12600"/>
                    <a:pt x="4609452" y="16980"/>
                    <a:pt x="4586877" y="21360"/>
                  </a:cubicBezTo>
                  <a:cubicBezTo>
                    <a:pt x="4213542" y="95825"/>
                    <a:pt x="3869184" y="282156"/>
                    <a:pt x="3504946" y="390315"/>
                  </a:cubicBezTo>
                  <a:cubicBezTo>
                    <a:pt x="3114427" y="506898"/>
                    <a:pt x="2719191" y="605286"/>
                    <a:pt x="2324628" y="706033"/>
                  </a:cubicBezTo>
                  <a:cubicBezTo>
                    <a:pt x="2052713" y="775443"/>
                    <a:pt x="1768331" y="813518"/>
                    <a:pt x="1492037" y="866082"/>
                  </a:cubicBezTo>
                  <a:cubicBezTo>
                    <a:pt x="1240339" y="918308"/>
                    <a:pt x="986282" y="959415"/>
                    <a:pt x="733910" y="1008272"/>
                  </a:cubicBezTo>
                  <a:cubicBezTo>
                    <a:pt x="504114" y="1052749"/>
                    <a:pt x="119322" y="1045336"/>
                    <a:pt x="31043" y="1316914"/>
                  </a:cubicBezTo>
                  <a:cubicBezTo>
                    <a:pt x="-21184" y="1477637"/>
                    <a:pt x="-1304" y="1654870"/>
                    <a:pt x="44857" y="1814582"/>
                  </a:cubicBezTo>
                  <a:cubicBezTo>
                    <a:pt x="93041" y="1981370"/>
                    <a:pt x="270611" y="2262382"/>
                    <a:pt x="274991" y="2264404"/>
                  </a:cubicBezTo>
                  <a:cubicBezTo>
                    <a:pt x="290827" y="2287316"/>
                    <a:pt x="291838" y="2289001"/>
                    <a:pt x="264546" y="2301131"/>
                  </a:cubicBezTo>
                  <a:cubicBezTo>
                    <a:pt x="243655" y="2310565"/>
                    <a:pt x="224449" y="2323369"/>
                    <a:pt x="201537" y="2329097"/>
                  </a:cubicBezTo>
                  <a:cubicBezTo>
                    <a:pt x="185701" y="2332803"/>
                    <a:pt x="183005" y="2339879"/>
                    <a:pt x="189070" y="2354705"/>
                  </a:cubicBezTo>
                  <a:cubicBezTo>
                    <a:pt x="193450" y="2365150"/>
                    <a:pt x="197157" y="2375596"/>
                    <a:pt x="202885" y="2385030"/>
                  </a:cubicBezTo>
                  <a:cubicBezTo>
                    <a:pt x="285436" y="2520819"/>
                    <a:pt x="442790" y="2646499"/>
                    <a:pt x="610925" y="2584838"/>
                  </a:cubicBezTo>
                  <a:cubicBezTo>
                    <a:pt x="694151" y="2554513"/>
                    <a:pt x="770974" y="2496222"/>
                    <a:pt x="854200" y="2461517"/>
                  </a:cubicBezTo>
                  <a:cubicBezTo>
                    <a:pt x="946186" y="2423105"/>
                    <a:pt x="1040193" y="2390421"/>
                    <a:pt x="1131505" y="2350325"/>
                  </a:cubicBezTo>
                  <a:cubicBezTo>
                    <a:pt x="1337379" y="2252274"/>
                    <a:pt x="1550328" y="2167026"/>
                    <a:pt x="1759908" y="2078073"/>
                  </a:cubicBezTo>
                  <a:cubicBezTo>
                    <a:pt x="2251848" y="1868156"/>
                    <a:pt x="2737723" y="1667000"/>
                    <a:pt x="3246173" y="1502234"/>
                  </a:cubicBezTo>
                  <a:cubicBezTo>
                    <a:pt x="3762372" y="1335109"/>
                    <a:pt x="4285985" y="1193255"/>
                    <a:pt x="4810272" y="1053423"/>
                  </a:cubicBezTo>
                  <a:cubicBezTo>
                    <a:pt x="4826108" y="1049380"/>
                    <a:pt x="4841608" y="1044999"/>
                    <a:pt x="4857444" y="1040956"/>
                  </a:cubicBezTo>
                  <a:cubicBezTo>
                    <a:pt x="5074100" y="983338"/>
                    <a:pt x="5188324" y="853615"/>
                    <a:pt x="5181585" y="626851"/>
                  </a:cubicBezTo>
                  <a:close/>
                  <a:moveTo>
                    <a:pt x="2326650" y="735684"/>
                  </a:moveTo>
                  <a:cubicBezTo>
                    <a:pt x="2326650" y="735684"/>
                    <a:pt x="2326650" y="735684"/>
                    <a:pt x="2326650" y="735684"/>
                  </a:cubicBezTo>
                  <a:cubicBezTo>
                    <a:pt x="2326313" y="735010"/>
                    <a:pt x="2325976" y="734673"/>
                    <a:pt x="2325976" y="734336"/>
                  </a:cubicBezTo>
                  <a:cubicBezTo>
                    <a:pt x="2326313" y="734336"/>
                    <a:pt x="2326650" y="734336"/>
                    <a:pt x="2327323" y="734336"/>
                  </a:cubicBezTo>
                  <a:cubicBezTo>
                    <a:pt x="2327660" y="734336"/>
                    <a:pt x="2327660" y="734336"/>
                    <a:pt x="2327997" y="734336"/>
                  </a:cubicBezTo>
                  <a:cubicBezTo>
                    <a:pt x="2327323" y="734673"/>
                    <a:pt x="2326986" y="735347"/>
                    <a:pt x="2326650" y="735684"/>
                  </a:cubicBezTo>
                  <a:close/>
                  <a:moveTo>
                    <a:pt x="3059842" y="674360"/>
                  </a:moveTo>
                  <a:cubicBezTo>
                    <a:pt x="3063548" y="675034"/>
                    <a:pt x="3066918" y="675371"/>
                    <a:pt x="3070624" y="675708"/>
                  </a:cubicBezTo>
                  <a:cubicBezTo>
                    <a:pt x="3066918" y="675371"/>
                    <a:pt x="3063548" y="675034"/>
                    <a:pt x="3059842" y="674360"/>
                  </a:cubicBezTo>
                  <a:close/>
                </a:path>
              </a:pathLst>
            </a:custGeom>
            <a:solidFill>
              <a:srgbClr val="C8F9FC"/>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1" name="Google Shape;321;p4"/>
            <p:cNvSpPr/>
            <p:nvPr/>
          </p:nvSpPr>
          <p:spPr>
            <a:xfrm>
              <a:off x="6980156" y="5390571"/>
              <a:ext cx="799905" cy="1444901"/>
            </a:xfrm>
            <a:custGeom>
              <a:avLst/>
              <a:gdLst/>
              <a:ahLst/>
              <a:cxnLst/>
              <a:rect l="l" t="t" r="r" b="b"/>
              <a:pathLst>
                <a:path w="799905" h="1444901" extrusionOk="0">
                  <a:moveTo>
                    <a:pt x="1898" y="316135"/>
                  </a:moveTo>
                  <a:cubicBezTo>
                    <a:pt x="7626" y="232236"/>
                    <a:pt x="31212" y="151706"/>
                    <a:pt x="83102" y="84991"/>
                  </a:cubicBezTo>
                  <a:cubicBezTo>
                    <a:pt x="129263" y="25689"/>
                    <a:pt x="203391" y="-8343"/>
                    <a:pt x="280889" y="1766"/>
                  </a:cubicBezTo>
                  <a:cubicBezTo>
                    <a:pt x="396461" y="16928"/>
                    <a:pt x="473621" y="100490"/>
                    <a:pt x="532586" y="192813"/>
                  </a:cubicBezTo>
                  <a:cubicBezTo>
                    <a:pt x="592563" y="287158"/>
                    <a:pt x="639061" y="391948"/>
                    <a:pt x="678484" y="496064"/>
                  </a:cubicBezTo>
                  <a:cubicBezTo>
                    <a:pt x="718580" y="601865"/>
                    <a:pt x="752612" y="714067"/>
                    <a:pt x="779567" y="823912"/>
                  </a:cubicBezTo>
                  <a:cubicBezTo>
                    <a:pt x="817979" y="980254"/>
                    <a:pt x="804838" y="1160520"/>
                    <a:pt x="715548" y="1301700"/>
                  </a:cubicBezTo>
                  <a:cubicBezTo>
                    <a:pt x="670397" y="1372795"/>
                    <a:pt x="609410" y="1423337"/>
                    <a:pt x="524500" y="1440521"/>
                  </a:cubicBezTo>
                  <a:cubicBezTo>
                    <a:pt x="517424" y="1441869"/>
                    <a:pt x="510011" y="1441532"/>
                    <a:pt x="502935" y="1441869"/>
                  </a:cubicBezTo>
                  <a:cubicBezTo>
                    <a:pt x="487436" y="1446249"/>
                    <a:pt x="471262" y="1440521"/>
                    <a:pt x="455426" y="1444901"/>
                  </a:cubicBezTo>
                  <a:cubicBezTo>
                    <a:pt x="421732" y="1439173"/>
                    <a:pt x="388374" y="1431760"/>
                    <a:pt x="357712" y="1416261"/>
                  </a:cubicBezTo>
                  <a:cubicBezTo>
                    <a:pt x="287627" y="1381219"/>
                    <a:pt x="236075" y="1326297"/>
                    <a:pt x="194968" y="1260929"/>
                  </a:cubicBezTo>
                  <a:cubicBezTo>
                    <a:pt x="187555" y="1249136"/>
                    <a:pt x="180479" y="1237006"/>
                    <a:pt x="173403" y="1224876"/>
                  </a:cubicBezTo>
                  <a:cubicBezTo>
                    <a:pt x="169023" y="1217463"/>
                    <a:pt x="168349" y="1212746"/>
                    <a:pt x="178794" y="1208703"/>
                  </a:cubicBezTo>
                  <a:cubicBezTo>
                    <a:pt x="209456" y="1196236"/>
                    <a:pt x="239444" y="1182758"/>
                    <a:pt x="269432" y="1168943"/>
                  </a:cubicBezTo>
                  <a:cubicBezTo>
                    <a:pt x="276508" y="1165574"/>
                    <a:pt x="280552" y="1167258"/>
                    <a:pt x="285269" y="1172313"/>
                  </a:cubicBezTo>
                  <a:cubicBezTo>
                    <a:pt x="328735" y="1216116"/>
                    <a:pt x="381972" y="1243408"/>
                    <a:pt x="441948" y="1254190"/>
                  </a:cubicBezTo>
                  <a:cubicBezTo>
                    <a:pt x="519446" y="1268342"/>
                    <a:pt x="595258" y="1263625"/>
                    <a:pt x="660626" y="1212409"/>
                  </a:cubicBezTo>
                  <a:cubicBezTo>
                    <a:pt x="763394" y="1131879"/>
                    <a:pt x="744525" y="1000471"/>
                    <a:pt x="731047" y="887257"/>
                  </a:cubicBezTo>
                  <a:cubicBezTo>
                    <a:pt x="723971" y="827955"/>
                    <a:pt x="704428" y="774381"/>
                    <a:pt x="689266" y="716763"/>
                  </a:cubicBezTo>
                  <a:cubicBezTo>
                    <a:pt x="666017" y="627473"/>
                    <a:pt x="624236" y="524367"/>
                    <a:pt x="585824" y="440131"/>
                  </a:cubicBezTo>
                  <a:cubicBezTo>
                    <a:pt x="555162" y="372742"/>
                    <a:pt x="517424" y="291201"/>
                    <a:pt x="473621" y="231225"/>
                  </a:cubicBezTo>
                  <a:cubicBezTo>
                    <a:pt x="428807" y="170238"/>
                    <a:pt x="390059" y="140587"/>
                    <a:pt x="316268" y="128794"/>
                  </a:cubicBezTo>
                  <a:cubicBezTo>
                    <a:pt x="253259" y="118685"/>
                    <a:pt x="195641" y="131489"/>
                    <a:pt x="151502" y="181357"/>
                  </a:cubicBezTo>
                  <a:cubicBezTo>
                    <a:pt x="113764" y="223812"/>
                    <a:pt x="94558" y="275702"/>
                    <a:pt x="84786" y="330961"/>
                  </a:cubicBezTo>
                  <a:cubicBezTo>
                    <a:pt x="70972" y="407447"/>
                    <a:pt x="77711" y="483260"/>
                    <a:pt x="93210" y="558736"/>
                  </a:cubicBezTo>
                  <a:cubicBezTo>
                    <a:pt x="112416" y="652070"/>
                    <a:pt x="145437" y="740349"/>
                    <a:pt x="190587" y="823912"/>
                  </a:cubicBezTo>
                  <a:cubicBezTo>
                    <a:pt x="219901" y="878497"/>
                    <a:pt x="254270" y="930386"/>
                    <a:pt x="297062" y="975874"/>
                  </a:cubicBezTo>
                  <a:cubicBezTo>
                    <a:pt x="330756" y="1011590"/>
                    <a:pt x="367483" y="1041915"/>
                    <a:pt x="413645" y="1060784"/>
                  </a:cubicBezTo>
                  <a:cubicBezTo>
                    <a:pt x="485751" y="1090435"/>
                    <a:pt x="569314" y="1049328"/>
                    <a:pt x="580770" y="964081"/>
                  </a:cubicBezTo>
                  <a:cubicBezTo>
                    <a:pt x="589867" y="896692"/>
                    <a:pt x="578411" y="831998"/>
                    <a:pt x="561227" y="767642"/>
                  </a:cubicBezTo>
                  <a:cubicBezTo>
                    <a:pt x="550445" y="727208"/>
                    <a:pt x="535282" y="688123"/>
                    <a:pt x="521130" y="648363"/>
                  </a:cubicBezTo>
                  <a:cubicBezTo>
                    <a:pt x="449361" y="446870"/>
                    <a:pt x="313235" y="360612"/>
                    <a:pt x="352995" y="536834"/>
                  </a:cubicBezTo>
                  <a:cubicBezTo>
                    <a:pt x="362766" y="560420"/>
                    <a:pt x="386689" y="612310"/>
                    <a:pt x="396124" y="635559"/>
                  </a:cubicBezTo>
                  <a:cubicBezTo>
                    <a:pt x="428470" y="715415"/>
                    <a:pt x="454752" y="739001"/>
                    <a:pt x="469915" y="824248"/>
                  </a:cubicBezTo>
                  <a:cubicBezTo>
                    <a:pt x="473621" y="844802"/>
                    <a:pt x="489121" y="888942"/>
                    <a:pt x="485077" y="909159"/>
                  </a:cubicBezTo>
                  <a:cubicBezTo>
                    <a:pt x="479012" y="940494"/>
                    <a:pt x="466882" y="944875"/>
                    <a:pt x="427123" y="938136"/>
                  </a:cubicBezTo>
                  <a:cubicBezTo>
                    <a:pt x="397135" y="932745"/>
                    <a:pt x="371190" y="916571"/>
                    <a:pt x="348614" y="895344"/>
                  </a:cubicBezTo>
                  <a:cubicBezTo>
                    <a:pt x="261683" y="814814"/>
                    <a:pt x="210467" y="701601"/>
                    <a:pt x="186207" y="587376"/>
                  </a:cubicBezTo>
                  <a:cubicBezTo>
                    <a:pt x="165316" y="490336"/>
                    <a:pt x="138698" y="326581"/>
                    <a:pt x="216532" y="248072"/>
                  </a:cubicBezTo>
                  <a:cubicBezTo>
                    <a:pt x="242477" y="221791"/>
                    <a:pt x="276171" y="216737"/>
                    <a:pt x="311214" y="220780"/>
                  </a:cubicBezTo>
                  <a:cubicBezTo>
                    <a:pt x="370516" y="227519"/>
                    <a:pt x="407580" y="267952"/>
                    <a:pt x="441948" y="310070"/>
                  </a:cubicBezTo>
                  <a:cubicBezTo>
                    <a:pt x="507316" y="390600"/>
                    <a:pt x="546738" y="485619"/>
                    <a:pt x="583802" y="580974"/>
                  </a:cubicBezTo>
                  <a:cubicBezTo>
                    <a:pt x="606041" y="638255"/>
                    <a:pt x="628616" y="695535"/>
                    <a:pt x="642431" y="755849"/>
                  </a:cubicBezTo>
                  <a:cubicBezTo>
                    <a:pt x="658267" y="825933"/>
                    <a:pt x="670397" y="900061"/>
                    <a:pt x="672082" y="972167"/>
                  </a:cubicBezTo>
                  <a:cubicBezTo>
                    <a:pt x="673430" y="1028774"/>
                    <a:pt x="685896" y="1077968"/>
                    <a:pt x="644452" y="1125814"/>
                  </a:cubicBezTo>
                  <a:cubicBezTo>
                    <a:pt x="612779" y="1162541"/>
                    <a:pt x="564259" y="1182084"/>
                    <a:pt x="516076" y="1186128"/>
                  </a:cubicBezTo>
                  <a:cubicBezTo>
                    <a:pt x="389722" y="1197247"/>
                    <a:pt x="296051" y="1125814"/>
                    <a:pt x="223945" y="1029111"/>
                  </a:cubicBezTo>
                  <a:cubicBezTo>
                    <a:pt x="177446" y="966776"/>
                    <a:pt x="145774" y="917245"/>
                    <a:pt x="115448" y="846824"/>
                  </a:cubicBezTo>
                  <a:cubicBezTo>
                    <a:pt x="81754" y="768316"/>
                    <a:pt x="50418" y="686775"/>
                    <a:pt x="27843" y="604223"/>
                  </a:cubicBezTo>
                  <a:cubicBezTo>
                    <a:pt x="4257" y="520998"/>
                    <a:pt x="-4167" y="406437"/>
                    <a:pt x="1898" y="316135"/>
                  </a:cubicBezTo>
                  <a:close/>
                </a:path>
              </a:pathLst>
            </a:custGeom>
            <a:solidFill>
              <a:srgbClr val="5CF0F7"/>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2" name="Google Shape;322;p4"/>
            <p:cNvSpPr/>
            <p:nvPr/>
          </p:nvSpPr>
          <p:spPr>
            <a:xfrm>
              <a:off x="8827007" y="4124748"/>
              <a:ext cx="2154922" cy="1823401"/>
            </a:xfrm>
            <a:custGeom>
              <a:avLst/>
              <a:gdLst/>
              <a:ahLst/>
              <a:cxnLst/>
              <a:rect l="l" t="t" r="r" b="b"/>
              <a:pathLst>
                <a:path w="2154922" h="1823401" extrusionOk="0">
                  <a:moveTo>
                    <a:pt x="2094946" y="907057"/>
                  </a:moveTo>
                  <a:cubicBezTo>
                    <a:pt x="2028568" y="827201"/>
                    <a:pt x="1948375" y="759138"/>
                    <a:pt x="1860769" y="703543"/>
                  </a:cubicBezTo>
                  <a:cubicBezTo>
                    <a:pt x="1816630" y="675576"/>
                    <a:pt x="1770805" y="650642"/>
                    <a:pt x="1723296" y="628741"/>
                  </a:cubicBezTo>
                  <a:cubicBezTo>
                    <a:pt x="1700384" y="618295"/>
                    <a:pt x="1638049" y="584264"/>
                    <a:pt x="1582453" y="572134"/>
                  </a:cubicBezTo>
                  <a:cubicBezTo>
                    <a:pt x="1582116" y="572134"/>
                    <a:pt x="1581779" y="572134"/>
                    <a:pt x="1581779" y="572134"/>
                  </a:cubicBezTo>
                  <a:cubicBezTo>
                    <a:pt x="1582116" y="572134"/>
                    <a:pt x="1582116" y="572134"/>
                    <a:pt x="1582453" y="572134"/>
                  </a:cubicBezTo>
                  <a:cubicBezTo>
                    <a:pt x="1593909" y="570786"/>
                    <a:pt x="1746882" y="440725"/>
                    <a:pt x="1756653" y="429606"/>
                  </a:cubicBezTo>
                  <a:cubicBezTo>
                    <a:pt x="1816967" y="361880"/>
                    <a:pt x="1859758" y="271242"/>
                    <a:pt x="1825053" y="180941"/>
                  </a:cubicBezTo>
                  <a:cubicBezTo>
                    <a:pt x="1808543" y="137475"/>
                    <a:pt x="1785294" y="97715"/>
                    <a:pt x="1752610" y="65032"/>
                  </a:cubicBezTo>
                  <a:cubicBezTo>
                    <a:pt x="1688927" y="1349"/>
                    <a:pt x="1614463" y="-16172"/>
                    <a:pt x="1529215" y="15164"/>
                  </a:cubicBezTo>
                  <a:cubicBezTo>
                    <a:pt x="1469239" y="37402"/>
                    <a:pt x="1423752" y="77836"/>
                    <a:pt x="1385677" y="127703"/>
                  </a:cubicBezTo>
                  <a:cubicBezTo>
                    <a:pt x="1348950" y="175550"/>
                    <a:pt x="1318962" y="227439"/>
                    <a:pt x="1293354" y="281687"/>
                  </a:cubicBezTo>
                  <a:cubicBezTo>
                    <a:pt x="1258649" y="356152"/>
                    <a:pt x="1209118" y="418824"/>
                    <a:pt x="1151837" y="476442"/>
                  </a:cubicBezTo>
                  <a:cubicBezTo>
                    <a:pt x="1107697" y="520918"/>
                    <a:pt x="1060525" y="562026"/>
                    <a:pt x="1013353" y="602796"/>
                  </a:cubicBezTo>
                  <a:cubicBezTo>
                    <a:pt x="1013016" y="603133"/>
                    <a:pt x="1012342" y="603133"/>
                    <a:pt x="1012005" y="603470"/>
                  </a:cubicBezTo>
                  <a:cubicBezTo>
                    <a:pt x="1009309" y="604481"/>
                    <a:pt x="1006614" y="603470"/>
                    <a:pt x="1003918" y="601785"/>
                  </a:cubicBezTo>
                  <a:cubicBezTo>
                    <a:pt x="928105" y="553265"/>
                    <a:pt x="852630" y="572808"/>
                    <a:pt x="777154" y="603133"/>
                  </a:cubicBezTo>
                  <a:cubicBezTo>
                    <a:pt x="757274" y="608187"/>
                    <a:pt x="742449" y="621665"/>
                    <a:pt x="726612" y="633458"/>
                  </a:cubicBezTo>
                  <a:cubicBezTo>
                    <a:pt x="697972" y="630762"/>
                    <a:pt x="677755" y="613578"/>
                    <a:pt x="660234" y="593362"/>
                  </a:cubicBezTo>
                  <a:cubicBezTo>
                    <a:pt x="633615" y="563373"/>
                    <a:pt x="614747" y="528668"/>
                    <a:pt x="598573" y="491941"/>
                  </a:cubicBezTo>
                  <a:cubicBezTo>
                    <a:pt x="550390" y="382771"/>
                    <a:pt x="470534" y="244623"/>
                    <a:pt x="344517" y="212614"/>
                  </a:cubicBezTo>
                  <a:cubicBezTo>
                    <a:pt x="296670" y="200484"/>
                    <a:pt x="248487" y="195766"/>
                    <a:pt x="199967" y="208907"/>
                  </a:cubicBezTo>
                  <a:cubicBezTo>
                    <a:pt x="106970" y="233841"/>
                    <a:pt x="30147" y="311675"/>
                    <a:pt x="7235" y="405346"/>
                  </a:cubicBezTo>
                  <a:cubicBezTo>
                    <a:pt x="-18710" y="511484"/>
                    <a:pt x="28125" y="621665"/>
                    <a:pt x="99895" y="698151"/>
                  </a:cubicBezTo>
                  <a:cubicBezTo>
                    <a:pt x="259270" y="868983"/>
                    <a:pt x="433470" y="888525"/>
                    <a:pt x="485697" y="894253"/>
                  </a:cubicBezTo>
                  <a:lnTo>
                    <a:pt x="818261" y="938393"/>
                  </a:lnTo>
                  <a:cubicBezTo>
                    <a:pt x="960115" y="1049248"/>
                    <a:pt x="1007961" y="1191439"/>
                    <a:pt x="1017396" y="1269947"/>
                  </a:cubicBezTo>
                  <a:cubicBezTo>
                    <a:pt x="1026493" y="1345423"/>
                    <a:pt x="1019418" y="1419214"/>
                    <a:pt x="1009646" y="1494353"/>
                  </a:cubicBezTo>
                  <a:cubicBezTo>
                    <a:pt x="1001896" y="1554666"/>
                    <a:pt x="984375" y="1613294"/>
                    <a:pt x="959778" y="1668890"/>
                  </a:cubicBezTo>
                  <a:cubicBezTo>
                    <a:pt x="947311" y="1696857"/>
                    <a:pt x="933160" y="1723812"/>
                    <a:pt x="917323" y="1749757"/>
                  </a:cubicBezTo>
                  <a:cubicBezTo>
                    <a:pt x="911932" y="1758518"/>
                    <a:pt x="868803" y="1811418"/>
                    <a:pt x="874194" y="1819505"/>
                  </a:cubicBezTo>
                  <a:cubicBezTo>
                    <a:pt x="879585" y="1827591"/>
                    <a:pt x="885650" y="1820852"/>
                    <a:pt x="890368" y="1819168"/>
                  </a:cubicBezTo>
                  <a:cubicBezTo>
                    <a:pt x="966180" y="1791201"/>
                    <a:pt x="1041993" y="1763235"/>
                    <a:pt x="1118142" y="1735268"/>
                  </a:cubicBezTo>
                  <a:cubicBezTo>
                    <a:pt x="1157565" y="1720780"/>
                    <a:pt x="1201705" y="1709997"/>
                    <a:pt x="1234052" y="1681694"/>
                  </a:cubicBezTo>
                  <a:cubicBezTo>
                    <a:pt x="1268420" y="1651369"/>
                    <a:pt x="1290321" y="1595099"/>
                    <a:pt x="1305484" y="1552644"/>
                  </a:cubicBezTo>
                  <a:cubicBezTo>
                    <a:pt x="1343559" y="1445159"/>
                    <a:pt x="1339852" y="1326891"/>
                    <a:pt x="1313571" y="1217047"/>
                  </a:cubicBezTo>
                  <a:cubicBezTo>
                    <a:pt x="1298745" y="1155386"/>
                    <a:pt x="1282235" y="1093725"/>
                    <a:pt x="1254942" y="1036107"/>
                  </a:cubicBezTo>
                  <a:cubicBezTo>
                    <a:pt x="1235736" y="995337"/>
                    <a:pt x="1212487" y="956925"/>
                    <a:pt x="1188901" y="918514"/>
                  </a:cubicBezTo>
                  <a:cubicBezTo>
                    <a:pt x="1177445" y="899982"/>
                    <a:pt x="1125218" y="817430"/>
                    <a:pt x="1122523" y="818104"/>
                  </a:cubicBezTo>
                  <a:cubicBezTo>
                    <a:pt x="1123534" y="818104"/>
                    <a:pt x="1124544" y="817767"/>
                    <a:pt x="1125555" y="817767"/>
                  </a:cubicBezTo>
                  <a:cubicBezTo>
                    <a:pt x="1137348" y="815745"/>
                    <a:pt x="1149141" y="816419"/>
                    <a:pt x="1160934" y="817093"/>
                  </a:cubicBezTo>
                  <a:cubicBezTo>
                    <a:pt x="1242138" y="821473"/>
                    <a:pt x="1320983" y="817767"/>
                    <a:pt x="1401850" y="832256"/>
                  </a:cubicBezTo>
                  <a:cubicBezTo>
                    <a:pt x="1490804" y="848092"/>
                    <a:pt x="1582453" y="873700"/>
                    <a:pt x="1662309" y="916829"/>
                  </a:cubicBezTo>
                  <a:cubicBezTo>
                    <a:pt x="1760360" y="969729"/>
                    <a:pt x="1842574" y="1042172"/>
                    <a:pt x="1910637" y="1130452"/>
                  </a:cubicBezTo>
                  <a:cubicBezTo>
                    <a:pt x="1921756" y="1144941"/>
                    <a:pt x="1927822" y="1146288"/>
                    <a:pt x="1942984" y="1135843"/>
                  </a:cubicBezTo>
                  <a:cubicBezTo>
                    <a:pt x="1985439" y="1107203"/>
                    <a:pt x="2129989" y="991967"/>
                    <a:pt x="2154923" y="973436"/>
                  </a:cubicBezTo>
                  <a:cubicBezTo>
                    <a:pt x="2138412" y="947491"/>
                    <a:pt x="2113815" y="929970"/>
                    <a:pt x="2094946" y="907057"/>
                  </a:cubicBezTo>
                  <a:close/>
                  <a:moveTo>
                    <a:pt x="1802478" y="347055"/>
                  </a:moveTo>
                  <a:cubicBezTo>
                    <a:pt x="1802141" y="347392"/>
                    <a:pt x="1801804" y="347729"/>
                    <a:pt x="1801467" y="348065"/>
                  </a:cubicBezTo>
                  <a:cubicBezTo>
                    <a:pt x="1801467" y="347729"/>
                    <a:pt x="1801467" y="347055"/>
                    <a:pt x="1801467" y="346718"/>
                  </a:cubicBezTo>
                  <a:cubicBezTo>
                    <a:pt x="1801804" y="346718"/>
                    <a:pt x="1802141" y="347055"/>
                    <a:pt x="1802478" y="347055"/>
                  </a:cubicBezTo>
                  <a:close/>
                  <a:moveTo>
                    <a:pt x="328680" y="600774"/>
                  </a:moveTo>
                  <a:cubicBezTo>
                    <a:pt x="263650" y="563036"/>
                    <a:pt x="213445" y="513842"/>
                    <a:pt x="207043" y="432976"/>
                  </a:cubicBezTo>
                  <a:cubicBezTo>
                    <a:pt x="206369" y="400292"/>
                    <a:pt x="207043" y="347729"/>
                    <a:pt x="263987" y="376369"/>
                  </a:cubicBezTo>
                  <a:cubicBezTo>
                    <a:pt x="289595" y="389173"/>
                    <a:pt x="312170" y="404335"/>
                    <a:pt x="331039" y="425563"/>
                  </a:cubicBezTo>
                  <a:cubicBezTo>
                    <a:pt x="370124" y="469703"/>
                    <a:pt x="395058" y="522603"/>
                    <a:pt x="419318" y="575503"/>
                  </a:cubicBezTo>
                  <a:cubicBezTo>
                    <a:pt x="429764" y="598753"/>
                    <a:pt x="439535" y="622339"/>
                    <a:pt x="456382" y="642219"/>
                  </a:cubicBezTo>
                  <a:cubicBezTo>
                    <a:pt x="410895" y="637501"/>
                    <a:pt x="368440" y="623687"/>
                    <a:pt x="328680" y="600774"/>
                  </a:cubicBezTo>
                  <a:close/>
                  <a:moveTo>
                    <a:pt x="1503944" y="415118"/>
                  </a:moveTo>
                  <a:cubicBezTo>
                    <a:pt x="1507314" y="405009"/>
                    <a:pt x="1511694" y="395238"/>
                    <a:pt x="1516411" y="385466"/>
                  </a:cubicBezTo>
                  <a:cubicBezTo>
                    <a:pt x="1539998" y="336946"/>
                    <a:pt x="1556508" y="284383"/>
                    <a:pt x="1593572" y="243276"/>
                  </a:cubicBezTo>
                  <a:cubicBezTo>
                    <a:pt x="1652537" y="213624"/>
                    <a:pt x="1644451" y="285057"/>
                    <a:pt x="1623897" y="309654"/>
                  </a:cubicBezTo>
                  <a:cubicBezTo>
                    <a:pt x="1593235" y="346381"/>
                    <a:pt x="1561899" y="372999"/>
                    <a:pt x="1524498" y="400629"/>
                  </a:cubicBezTo>
                  <a:cubicBezTo>
                    <a:pt x="1517422" y="405346"/>
                    <a:pt x="1510347" y="409726"/>
                    <a:pt x="1503944" y="415118"/>
                  </a:cubicBezTo>
                  <a:close/>
                </a:path>
              </a:pathLst>
            </a:custGeom>
            <a:solidFill>
              <a:srgbClr val="0F6FC6"/>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3" name="Google Shape;323;p4"/>
            <p:cNvSpPr/>
            <p:nvPr/>
          </p:nvSpPr>
          <p:spPr>
            <a:xfrm>
              <a:off x="9546543" y="4691746"/>
              <a:ext cx="395573" cy="374534"/>
            </a:xfrm>
            <a:custGeom>
              <a:avLst/>
              <a:gdLst/>
              <a:ahLst/>
              <a:cxnLst/>
              <a:rect l="l" t="t" r="r" b="b"/>
              <a:pathLst>
                <a:path w="395573" h="374534" extrusionOk="0">
                  <a:moveTo>
                    <a:pt x="395574" y="243020"/>
                  </a:moveTo>
                  <a:cubicBezTo>
                    <a:pt x="377716" y="308050"/>
                    <a:pt x="328185" y="331299"/>
                    <a:pt x="267534" y="341071"/>
                  </a:cubicBezTo>
                  <a:cubicBezTo>
                    <a:pt x="237883" y="345788"/>
                    <a:pt x="92660" y="385884"/>
                    <a:pt x="98388" y="371396"/>
                  </a:cubicBezTo>
                  <a:cubicBezTo>
                    <a:pt x="111866" y="339049"/>
                    <a:pt x="125344" y="281094"/>
                    <a:pt x="86932" y="188434"/>
                  </a:cubicBezTo>
                  <a:cubicBezTo>
                    <a:pt x="70085" y="146990"/>
                    <a:pt x="42792" y="78253"/>
                    <a:pt x="0" y="76232"/>
                  </a:cubicBezTo>
                  <a:cubicBezTo>
                    <a:pt x="9434" y="51635"/>
                    <a:pt x="39759" y="39842"/>
                    <a:pt x="54585" y="30744"/>
                  </a:cubicBezTo>
                  <a:cubicBezTo>
                    <a:pt x="130061" y="419"/>
                    <a:pt x="205536" y="-19124"/>
                    <a:pt x="281349" y="29396"/>
                  </a:cubicBezTo>
                  <a:cubicBezTo>
                    <a:pt x="284382" y="31418"/>
                    <a:pt x="298196" y="42537"/>
                    <a:pt x="301903" y="49950"/>
                  </a:cubicBezTo>
                  <a:cubicBezTo>
                    <a:pt x="353455" y="95775"/>
                    <a:pt x="373672" y="131154"/>
                    <a:pt x="389845" y="191467"/>
                  </a:cubicBezTo>
                  <a:cubicBezTo>
                    <a:pt x="392204" y="199891"/>
                    <a:pt x="395574" y="234259"/>
                    <a:pt x="395574" y="243020"/>
                  </a:cubicBezTo>
                  <a:close/>
                </a:path>
              </a:pathLst>
            </a:custGeom>
            <a:solidFill>
              <a:srgbClr val="0B5394">
                <a:alpha val="40000"/>
              </a:srgbClr>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4" name="Google Shape;324;p4"/>
            <p:cNvSpPr/>
            <p:nvPr/>
          </p:nvSpPr>
          <p:spPr>
            <a:xfrm>
              <a:off x="9942185" y="4301978"/>
              <a:ext cx="685290" cy="632801"/>
            </a:xfrm>
            <a:custGeom>
              <a:avLst/>
              <a:gdLst/>
              <a:ahLst/>
              <a:cxnLst/>
              <a:rect l="l" t="t" r="r" b="b"/>
              <a:pathLst>
                <a:path w="685290" h="632801" extrusionOk="0">
                  <a:moveTo>
                    <a:pt x="605" y="628408"/>
                  </a:moveTo>
                  <a:cubicBezTo>
                    <a:pt x="28908" y="598756"/>
                    <a:pt x="122242" y="534400"/>
                    <a:pt x="165034" y="498010"/>
                  </a:cubicBezTo>
                  <a:cubicBezTo>
                    <a:pt x="196033" y="471728"/>
                    <a:pt x="254998" y="416469"/>
                    <a:pt x="284650" y="388503"/>
                  </a:cubicBezTo>
                  <a:cubicBezTo>
                    <a:pt x="324072" y="351102"/>
                    <a:pt x="368212" y="290789"/>
                    <a:pt x="389103" y="238899"/>
                  </a:cubicBezTo>
                  <a:cubicBezTo>
                    <a:pt x="398874" y="232160"/>
                    <a:pt x="474350" y="180608"/>
                    <a:pt x="507370" y="105132"/>
                  </a:cubicBezTo>
                  <a:cubicBezTo>
                    <a:pt x="512087" y="83904"/>
                    <a:pt x="505686" y="66720"/>
                    <a:pt x="476371" y="67394"/>
                  </a:cubicBezTo>
                  <a:cubicBezTo>
                    <a:pt x="469632" y="66383"/>
                    <a:pt x="527924" y="-669"/>
                    <a:pt x="572401" y="5"/>
                  </a:cubicBezTo>
                  <a:cubicBezTo>
                    <a:pt x="614182" y="679"/>
                    <a:pt x="643496" y="23591"/>
                    <a:pt x="664050" y="58297"/>
                  </a:cubicBezTo>
                  <a:cubicBezTo>
                    <a:pt x="679549" y="84915"/>
                    <a:pt x="685614" y="110860"/>
                    <a:pt x="685277" y="144891"/>
                  </a:cubicBezTo>
                  <a:cubicBezTo>
                    <a:pt x="684940" y="170836"/>
                    <a:pt x="685277" y="196107"/>
                    <a:pt x="669441" y="220030"/>
                  </a:cubicBezTo>
                  <a:cubicBezTo>
                    <a:pt x="623279" y="277985"/>
                    <a:pt x="538369" y="350428"/>
                    <a:pt x="476034" y="390187"/>
                  </a:cubicBezTo>
                  <a:cubicBezTo>
                    <a:pt x="468622" y="394905"/>
                    <a:pt x="351365" y="456566"/>
                    <a:pt x="335528" y="464989"/>
                  </a:cubicBezTo>
                  <a:cubicBezTo>
                    <a:pt x="232760" y="520585"/>
                    <a:pt x="206815" y="535074"/>
                    <a:pt x="101351" y="585279"/>
                  </a:cubicBezTo>
                  <a:cubicBezTo>
                    <a:pt x="74059" y="598420"/>
                    <a:pt x="-7819" y="647614"/>
                    <a:pt x="605" y="628408"/>
                  </a:cubicBezTo>
                  <a:close/>
                </a:path>
              </a:pathLst>
            </a:custGeom>
            <a:solidFill>
              <a:srgbClr val="0B5394"/>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5" name="Google Shape;325;p4"/>
            <p:cNvSpPr/>
            <p:nvPr/>
          </p:nvSpPr>
          <p:spPr>
            <a:xfrm>
              <a:off x="9041125" y="4399897"/>
              <a:ext cx="516199" cy="384071"/>
            </a:xfrm>
            <a:custGeom>
              <a:avLst/>
              <a:gdLst/>
              <a:ahLst/>
              <a:cxnLst/>
              <a:rect l="l" t="t" r="r" b="b"/>
              <a:pathLst>
                <a:path w="516199" h="384071" extrusionOk="0">
                  <a:moveTo>
                    <a:pt x="0" y="110655"/>
                  </a:moveTo>
                  <a:cubicBezTo>
                    <a:pt x="8761" y="63819"/>
                    <a:pt x="36727" y="31473"/>
                    <a:pt x="77834" y="13951"/>
                  </a:cubicBezTo>
                  <a:cubicBezTo>
                    <a:pt x="131746" y="-9298"/>
                    <a:pt x="216993" y="137"/>
                    <a:pt x="253720" y="15973"/>
                  </a:cubicBezTo>
                  <a:cubicBezTo>
                    <a:pt x="271578" y="24734"/>
                    <a:pt x="282360" y="40907"/>
                    <a:pt x="293142" y="56070"/>
                  </a:cubicBezTo>
                  <a:cubicBezTo>
                    <a:pt x="329532" y="108633"/>
                    <a:pt x="362553" y="163218"/>
                    <a:pt x="388161" y="221847"/>
                  </a:cubicBezTo>
                  <a:cubicBezTo>
                    <a:pt x="404334" y="258237"/>
                    <a:pt x="423203" y="293279"/>
                    <a:pt x="449822" y="323267"/>
                  </a:cubicBezTo>
                  <a:cubicBezTo>
                    <a:pt x="467680" y="343484"/>
                    <a:pt x="487896" y="360668"/>
                    <a:pt x="516200" y="363363"/>
                  </a:cubicBezTo>
                  <a:cubicBezTo>
                    <a:pt x="506765" y="369092"/>
                    <a:pt x="487896" y="374146"/>
                    <a:pt x="475093" y="375830"/>
                  </a:cubicBezTo>
                  <a:cubicBezTo>
                    <a:pt x="414106" y="383243"/>
                    <a:pt x="366933" y="387287"/>
                    <a:pt x="305609" y="380885"/>
                  </a:cubicBezTo>
                  <a:cubicBezTo>
                    <a:pt x="288425" y="379200"/>
                    <a:pt x="262480" y="377852"/>
                    <a:pt x="245970" y="372798"/>
                  </a:cubicBezTo>
                  <a:cubicBezTo>
                    <a:pt x="227101" y="352244"/>
                    <a:pt x="220362" y="331017"/>
                    <a:pt x="208906" y="306083"/>
                  </a:cubicBezTo>
                  <a:cubicBezTo>
                    <a:pt x="184646" y="253182"/>
                    <a:pt x="160049" y="200282"/>
                    <a:pt x="120626" y="156142"/>
                  </a:cubicBezTo>
                  <a:cubicBezTo>
                    <a:pt x="101757" y="134915"/>
                    <a:pt x="83562" y="113350"/>
                    <a:pt x="56607" y="103579"/>
                  </a:cubicBezTo>
                  <a:cubicBezTo>
                    <a:pt x="45151" y="93807"/>
                    <a:pt x="16173" y="89427"/>
                    <a:pt x="0" y="110655"/>
                  </a:cubicBezTo>
                  <a:close/>
                </a:path>
              </a:pathLst>
            </a:custGeom>
            <a:solidFill>
              <a:srgbClr val="0B5394"/>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6" name="Google Shape;326;p4"/>
            <p:cNvSpPr/>
            <p:nvPr/>
          </p:nvSpPr>
          <p:spPr>
            <a:xfrm>
              <a:off x="10330951" y="4360937"/>
              <a:ext cx="135212" cy="178928"/>
            </a:xfrm>
            <a:custGeom>
              <a:avLst/>
              <a:gdLst/>
              <a:ahLst/>
              <a:cxnLst/>
              <a:rect l="l" t="t" r="r" b="b"/>
              <a:pathLst>
                <a:path w="135212" h="178928" extrusionOk="0">
                  <a:moveTo>
                    <a:pt x="119952" y="73465"/>
                  </a:moveTo>
                  <a:cubicBezTo>
                    <a:pt x="140506" y="48868"/>
                    <a:pt x="148593" y="-22564"/>
                    <a:pt x="89627" y="7087"/>
                  </a:cubicBezTo>
                  <a:cubicBezTo>
                    <a:pt x="52564" y="48531"/>
                    <a:pt x="36390" y="101094"/>
                    <a:pt x="12467" y="149278"/>
                  </a:cubicBezTo>
                  <a:cubicBezTo>
                    <a:pt x="7750" y="158712"/>
                    <a:pt x="3369" y="168820"/>
                    <a:pt x="0" y="178929"/>
                  </a:cubicBezTo>
                  <a:cubicBezTo>
                    <a:pt x="6402" y="173538"/>
                    <a:pt x="13478" y="169157"/>
                    <a:pt x="20217" y="164103"/>
                  </a:cubicBezTo>
                  <a:cubicBezTo>
                    <a:pt x="57955" y="136811"/>
                    <a:pt x="89290" y="110192"/>
                    <a:pt x="119952" y="73465"/>
                  </a:cubicBezTo>
                  <a:close/>
                </a:path>
              </a:pathLst>
            </a:custGeom>
            <a:no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7" name="Google Shape;327;p4"/>
            <p:cNvSpPr/>
            <p:nvPr/>
          </p:nvSpPr>
          <p:spPr>
            <a:xfrm>
              <a:off x="10628474" y="4471466"/>
              <a:ext cx="1010" cy="1347"/>
            </a:xfrm>
            <a:custGeom>
              <a:avLst/>
              <a:gdLst/>
              <a:ahLst/>
              <a:cxnLst/>
              <a:rect l="l" t="t" r="r" b="b"/>
              <a:pathLst>
                <a:path w="1010" h="1347" extrusionOk="0">
                  <a:moveTo>
                    <a:pt x="1011" y="337"/>
                  </a:moveTo>
                  <a:cubicBezTo>
                    <a:pt x="674" y="337"/>
                    <a:pt x="337" y="0"/>
                    <a:pt x="0" y="0"/>
                  </a:cubicBezTo>
                  <a:cubicBezTo>
                    <a:pt x="0" y="337"/>
                    <a:pt x="0" y="1011"/>
                    <a:pt x="0" y="1348"/>
                  </a:cubicBezTo>
                  <a:cubicBezTo>
                    <a:pt x="337" y="1011"/>
                    <a:pt x="674" y="674"/>
                    <a:pt x="1011" y="337"/>
                  </a:cubicBezTo>
                  <a:close/>
                </a:path>
              </a:pathLst>
            </a:custGeom>
            <a:no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8" name="Google Shape;328;p4"/>
            <p:cNvSpPr/>
            <p:nvPr/>
          </p:nvSpPr>
          <p:spPr>
            <a:xfrm>
              <a:off x="9034277" y="4493205"/>
              <a:ext cx="249448" cy="274435"/>
            </a:xfrm>
            <a:custGeom>
              <a:avLst/>
              <a:gdLst/>
              <a:ahLst/>
              <a:cxnLst/>
              <a:rect l="l" t="t" r="r" b="b"/>
              <a:pathLst>
                <a:path w="249448" h="274435" extrusionOk="0">
                  <a:moveTo>
                    <a:pt x="124105" y="57443"/>
                  </a:moveTo>
                  <a:cubicBezTo>
                    <a:pt x="105236" y="36215"/>
                    <a:pt x="82998" y="21390"/>
                    <a:pt x="57053" y="8249"/>
                  </a:cubicBezTo>
                  <a:cubicBezTo>
                    <a:pt x="109" y="-20391"/>
                    <a:pt x="-565" y="32172"/>
                    <a:pt x="109" y="64856"/>
                  </a:cubicBezTo>
                  <a:cubicBezTo>
                    <a:pt x="6511" y="145386"/>
                    <a:pt x="56716" y="194916"/>
                    <a:pt x="121746" y="232654"/>
                  </a:cubicBezTo>
                  <a:cubicBezTo>
                    <a:pt x="161169" y="255567"/>
                    <a:pt x="203961" y="269381"/>
                    <a:pt x="249449" y="274436"/>
                  </a:cubicBezTo>
                  <a:cubicBezTo>
                    <a:pt x="232938" y="254556"/>
                    <a:pt x="223167" y="230970"/>
                    <a:pt x="212385" y="207720"/>
                  </a:cubicBezTo>
                  <a:cubicBezTo>
                    <a:pt x="187788" y="154146"/>
                    <a:pt x="163191" y="101583"/>
                    <a:pt x="124105" y="57443"/>
                  </a:cubicBezTo>
                  <a:close/>
                </a:path>
              </a:pathLst>
            </a:custGeom>
            <a:no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29" name="Google Shape;329;p4"/>
            <p:cNvSpPr/>
            <p:nvPr/>
          </p:nvSpPr>
          <p:spPr>
            <a:xfrm>
              <a:off x="9091320" y="5018665"/>
              <a:ext cx="553610" cy="659315"/>
            </a:xfrm>
            <a:custGeom>
              <a:avLst/>
              <a:gdLst/>
              <a:ahLst/>
              <a:cxnLst/>
              <a:rect l="l" t="t" r="r" b="b"/>
              <a:pathLst>
                <a:path w="553610" h="659315" extrusionOk="0">
                  <a:moveTo>
                    <a:pt x="119625" y="198124"/>
                  </a:moveTo>
                  <a:cubicBezTo>
                    <a:pt x="69084" y="319761"/>
                    <a:pt x="39769" y="444094"/>
                    <a:pt x="3716" y="570111"/>
                  </a:cubicBezTo>
                  <a:cubicBezTo>
                    <a:pt x="10" y="583589"/>
                    <a:pt x="-4370" y="598751"/>
                    <a:pt x="9444" y="606164"/>
                  </a:cubicBezTo>
                  <a:cubicBezTo>
                    <a:pt x="23933" y="613914"/>
                    <a:pt x="270240" y="672205"/>
                    <a:pt x="286750" y="656706"/>
                  </a:cubicBezTo>
                  <a:cubicBezTo>
                    <a:pt x="293826" y="650304"/>
                    <a:pt x="290457" y="632446"/>
                    <a:pt x="291467" y="619642"/>
                  </a:cubicBezTo>
                  <a:cubicBezTo>
                    <a:pt x="291467" y="618968"/>
                    <a:pt x="291804" y="618631"/>
                    <a:pt x="291804" y="617957"/>
                  </a:cubicBezTo>
                  <a:cubicBezTo>
                    <a:pt x="305956" y="508450"/>
                    <a:pt x="351780" y="346380"/>
                    <a:pt x="400637" y="247655"/>
                  </a:cubicBezTo>
                  <a:cubicBezTo>
                    <a:pt x="425235" y="198124"/>
                    <a:pt x="462972" y="154995"/>
                    <a:pt x="553611" y="44140"/>
                  </a:cubicBezTo>
                  <a:lnTo>
                    <a:pt x="221046" y="0"/>
                  </a:lnTo>
                  <a:cubicBezTo>
                    <a:pt x="214981" y="22575"/>
                    <a:pt x="145233" y="146908"/>
                    <a:pt x="119625" y="198124"/>
                  </a:cubicBezTo>
                  <a:close/>
                </a:path>
              </a:pathLst>
            </a:custGeom>
            <a:solidFill>
              <a:srgbClr val="0B5394"/>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sp>
          <p:nvSpPr>
            <p:cNvPr id="330" name="Google Shape;330;p4"/>
            <p:cNvSpPr/>
            <p:nvPr/>
          </p:nvSpPr>
          <p:spPr>
            <a:xfrm>
              <a:off x="10408785" y="4696882"/>
              <a:ext cx="674" cy="3369"/>
            </a:xfrm>
            <a:custGeom>
              <a:avLst/>
              <a:gdLst/>
              <a:ahLst/>
              <a:cxnLst/>
              <a:rect l="l" t="t" r="r" b="b"/>
              <a:pathLst>
                <a:path w="674" h="3369" extrusionOk="0">
                  <a:moveTo>
                    <a:pt x="674" y="0"/>
                  </a:moveTo>
                  <a:cubicBezTo>
                    <a:pt x="337" y="0"/>
                    <a:pt x="337" y="0"/>
                    <a:pt x="0" y="0"/>
                  </a:cubicBezTo>
                  <a:cubicBezTo>
                    <a:pt x="0" y="0"/>
                    <a:pt x="337" y="0"/>
                    <a:pt x="674" y="0"/>
                  </a:cubicBezTo>
                  <a:close/>
                </a:path>
              </a:pathLst>
            </a:custGeom>
            <a:solidFill>
              <a:srgbClr val="A51D24"/>
            </a:solidFill>
            <a:ln>
              <a:noFill/>
            </a:ln>
            <a:effectLst>
              <a:outerShdw blurRad="36996" dist="27747" dir="5400000" algn="t" rotWithShape="0">
                <a:srgbClr val="000000">
                  <a:alpha val="40000"/>
                </a:srgbClr>
              </a:outerShdw>
            </a:effectLst>
          </p:spPr>
          <p:txBody>
            <a:bodyPr spcFirstLastPara="1" wrap="square" lIns="66575" tIns="33300" rIns="66575" bIns="33300" anchor="ctr" anchorCtr="0">
              <a:noAutofit/>
            </a:bodyPr>
            <a:lstStyle/>
            <a:p>
              <a:pPr marL="0" marR="0" lvl="0" indent="0" algn="l" rtl="0">
                <a:lnSpc>
                  <a:spcPct val="100000"/>
                </a:lnSpc>
                <a:spcBef>
                  <a:spcPts val="0"/>
                </a:spcBef>
                <a:spcAft>
                  <a:spcPts val="0"/>
                </a:spcAft>
                <a:buClr>
                  <a:srgbClr val="000000"/>
                </a:buClr>
                <a:buSzPts val="1020"/>
                <a:buFont typeface="Arial"/>
                <a:buNone/>
              </a:pPr>
              <a:endParaRPr sz="1020" b="0" i="0" u="none" strike="noStrike" cap="none">
                <a:solidFill>
                  <a:srgbClr val="000000"/>
                </a:solidFill>
                <a:latin typeface="Arial"/>
                <a:ea typeface="Arial"/>
                <a:cs typeface="Arial"/>
                <a:sym typeface="Arial"/>
              </a:endParaRPr>
            </a:p>
          </p:txBody>
        </p:sp>
      </p:grpSp>
      <p:sp>
        <p:nvSpPr>
          <p:cNvPr id="331" name="Google Shape;331;p4"/>
          <p:cNvSpPr/>
          <p:nvPr/>
        </p:nvSpPr>
        <p:spPr>
          <a:xfrm>
            <a:off x="51359" y="4641399"/>
            <a:ext cx="725400" cy="633000"/>
          </a:xfrm>
          <a:prstGeom prst="heptagon">
            <a:avLst>
              <a:gd name="hf" fmla="val 102572"/>
              <a:gd name="vf" fmla="val 10521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Montserrat"/>
                <a:ea typeface="Montserrat"/>
                <a:cs typeface="Montserrat"/>
                <a:sym typeface="Montserrat"/>
              </a:rPr>
              <a:t>4</a:t>
            </a:r>
            <a:endParaRPr sz="2400" b="1" i="0" u="none" strike="noStrike" cap="none">
              <a:solidFill>
                <a:schemeClr val="lt1"/>
              </a:solidFill>
              <a:latin typeface="Montserrat"/>
              <a:ea typeface="Montserrat"/>
              <a:cs typeface="Montserrat"/>
              <a:sym typeface="Montserrat"/>
            </a:endParaRPr>
          </a:p>
        </p:txBody>
      </p:sp>
      <p:sp>
        <p:nvSpPr>
          <p:cNvPr id="332" name="Google Shape;332;p4"/>
          <p:cNvSpPr txBox="1"/>
          <p:nvPr/>
        </p:nvSpPr>
        <p:spPr>
          <a:xfrm>
            <a:off x="852009" y="4596908"/>
            <a:ext cx="7283397" cy="8353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700" b="1" i="0" u="none" strike="noStrike" cap="none">
                <a:solidFill>
                  <a:srgbClr val="CC6600"/>
                </a:solidFill>
                <a:latin typeface="Open Sans"/>
                <a:ea typeface="Open Sans"/>
                <a:cs typeface="Open Sans"/>
                <a:sym typeface="Open Sans"/>
              </a:rPr>
              <a:t>Sổ tay</a:t>
            </a:r>
            <a:r>
              <a:rPr lang="en-US" sz="1700" b="0" i="0" u="none" strike="noStrike" cap="none">
                <a:solidFill>
                  <a:srgbClr val="1E3063"/>
                </a:solidFill>
                <a:latin typeface="Open Sans"/>
                <a:ea typeface="Open Sans"/>
                <a:cs typeface="Open Sans"/>
                <a:sym typeface="Open Sans"/>
              </a:rPr>
              <a:t> hướng dẫn xây dựng bộ tiêu chí và triển khai Đánh giá kết quả thực hiện nhiệm vụ công chức.</a:t>
            </a:r>
            <a:endParaRPr sz="1700" b="0" i="0" u="none" strike="noStrike" cap="none">
              <a:solidFill>
                <a:srgbClr val="1E3063"/>
              </a:solidFill>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6"/>
          <p:cNvSpPr txBox="1"/>
          <p:nvPr/>
        </p:nvSpPr>
        <p:spPr>
          <a:xfrm>
            <a:off x="971543" y="397572"/>
            <a:ext cx="8192100" cy="342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100"/>
              <a:buFont typeface="Arial"/>
              <a:buNone/>
            </a:pPr>
            <a:r>
              <a:rPr lang="en-US" sz="2000" b="1">
                <a:solidFill>
                  <a:srgbClr val="FFFFFF"/>
                </a:solidFill>
                <a:latin typeface="Open Sans"/>
                <a:ea typeface="Open Sans"/>
                <a:cs typeface="Open Sans"/>
                <a:sym typeface="Open Sans"/>
              </a:rPr>
              <a:t>3. Yêu cầu và định hướng hệ thống</a:t>
            </a:r>
            <a:endParaRPr sz="2000" b="1">
              <a:solidFill>
                <a:srgbClr val="FFFFFF"/>
              </a:solidFill>
              <a:latin typeface="Open Sans"/>
              <a:ea typeface="Open Sans"/>
              <a:cs typeface="Open Sans"/>
              <a:sym typeface="Open Sans"/>
            </a:endParaRPr>
          </a:p>
          <a:p>
            <a:pPr marL="0" marR="0" lvl="0" indent="0" algn="l" rtl="0">
              <a:lnSpc>
                <a:spcPct val="90000"/>
              </a:lnSpc>
              <a:spcBef>
                <a:spcPts val="0"/>
              </a:spcBef>
              <a:spcAft>
                <a:spcPts val="0"/>
              </a:spcAft>
              <a:buClr>
                <a:srgbClr val="FFFFFF"/>
              </a:buClr>
              <a:buSzPts val="2000"/>
              <a:buFont typeface="Montserrat"/>
              <a:buNone/>
            </a:pPr>
            <a:endParaRPr sz="2000">
              <a:solidFill>
                <a:srgbClr val="FFFFFF"/>
              </a:solidFill>
              <a:latin typeface="Open Sans"/>
              <a:ea typeface="Open Sans"/>
              <a:cs typeface="Open Sans"/>
              <a:sym typeface="Open Sans"/>
            </a:endParaRPr>
          </a:p>
        </p:txBody>
      </p:sp>
      <p:pic>
        <p:nvPicPr>
          <p:cNvPr id="347" name="Google Shape;347;p6"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348" name="Google Shape;348;p6"/>
          <p:cNvPicPr preferRelativeResize="0"/>
          <p:nvPr/>
        </p:nvPicPr>
        <p:blipFill rotWithShape="1">
          <a:blip r:embed="rId4">
            <a:alphaModFix/>
          </a:blip>
          <a:srcRect/>
          <a:stretch/>
        </p:blipFill>
        <p:spPr>
          <a:xfrm>
            <a:off x="1441531" y="847371"/>
            <a:ext cx="9283848" cy="6189232"/>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7" descr="HCMC 12.png"/>
          <p:cNvPicPr preferRelativeResize="0"/>
          <p:nvPr/>
        </p:nvPicPr>
        <p:blipFill rotWithShape="1">
          <a:blip r:embed="rId3">
            <a:alphaModFix/>
          </a:blip>
          <a:srcRect/>
          <a:stretch/>
        </p:blipFill>
        <p:spPr>
          <a:xfrm>
            <a:off x="1267027" y="0"/>
            <a:ext cx="10914588" cy="6858000"/>
          </a:xfrm>
          <a:prstGeom prst="rect">
            <a:avLst/>
          </a:prstGeom>
          <a:noFill/>
          <a:ln>
            <a:noFill/>
          </a:ln>
        </p:spPr>
      </p:pic>
      <p:pic>
        <p:nvPicPr>
          <p:cNvPr id="355" name="Google Shape;355;p7"/>
          <p:cNvPicPr preferRelativeResize="0"/>
          <p:nvPr/>
        </p:nvPicPr>
        <p:blipFill rotWithShape="1">
          <a:blip r:embed="rId4">
            <a:alphaModFix/>
          </a:blip>
          <a:srcRect/>
          <a:stretch/>
        </p:blipFill>
        <p:spPr>
          <a:xfrm>
            <a:off x="-386862" y="5690"/>
            <a:ext cx="8781832" cy="6858000"/>
          </a:xfrm>
          <a:prstGeom prst="rect">
            <a:avLst/>
          </a:prstGeom>
          <a:noFill/>
          <a:ln>
            <a:noFill/>
          </a:ln>
        </p:spPr>
      </p:pic>
      <p:sp>
        <p:nvSpPr>
          <p:cNvPr id="356" name="Google Shape;356;p7"/>
          <p:cNvSpPr txBox="1">
            <a:spLocks noGrp="1"/>
          </p:cNvSpPr>
          <p:nvPr>
            <p:ph type="sldNum" idx="4294967295"/>
          </p:nvPr>
        </p:nvSpPr>
        <p:spPr>
          <a:xfrm>
            <a:off x="9448800" y="6353175"/>
            <a:ext cx="2743200" cy="365125"/>
          </a:xfrm>
          <a:prstGeom prst="rect">
            <a:avLst/>
          </a:prstGeom>
          <a:noFill/>
          <a:ln>
            <a:noFill/>
          </a:ln>
        </p:spPr>
        <p:txBody>
          <a:bodyPr spcFirstLastPara="1" wrap="square" lIns="45700" tIns="22850" rIns="45700" bIns="2285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600" b="0" i="0" u="none" strike="noStrike" cap="none">
                <a:solidFill>
                  <a:srgbClr val="3A3838"/>
                </a:solidFill>
                <a:latin typeface="Arial"/>
                <a:ea typeface="Arial"/>
                <a:cs typeface="Arial"/>
                <a:sym typeface="Arial"/>
              </a:rPr>
              <a:t>6</a:t>
            </a:fld>
            <a:endParaRPr sz="1600" b="0" i="0" u="none" strike="noStrike" cap="none">
              <a:solidFill>
                <a:srgbClr val="3A3838"/>
              </a:solidFill>
              <a:latin typeface="Arial"/>
              <a:ea typeface="Arial"/>
              <a:cs typeface="Arial"/>
              <a:sym typeface="Arial"/>
            </a:endParaRPr>
          </a:p>
        </p:txBody>
      </p:sp>
      <p:sp>
        <p:nvSpPr>
          <p:cNvPr id="357" name="Google Shape;357;p7"/>
          <p:cNvSpPr/>
          <p:nvPr/>
        </p:nvSpPr>
        <p:spPr>
          <a:xfrm>
            <a:off x="-182891" y="3013912"/>
            <a:ext cx="745831" cy="745829"/>
          </a:xfrm>
          <a:prstGeom prst="ellipse">
            <a:avLst/>
          </a:prstGeom>
          <a:solidFill>
            <a:srgbClr val="1ED4DE"/>
          </a:solidFill>
          <a:ln>
            <a:noFill/>
          </a:ln>
          <a:effectLst>
            <a:outerShdw blurRad="177800" sx="102000" sy="102000" algn="ctr" rotWithShape="0">
              <a:schemeClr val="accent6">
                <a:alpha val="40000"/>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58" name="Google Shape;358;p7"/>
          <p:cNvSpPr txBox="1"/>
          <p:nvPr/>
        </p:nvSpPr>
        <p:spPr>
          <a:xfrm>
            <a:off x="626909" y="2897088"/>
            <a:ext cx="5725253" cy="1077218"/>
          </a:xfrm>
          <a:prstGeom prst="rect">
            <a:avLst/>
          </a:prstGeom>
          <a:noFill/>
          <a:ln>
            <a:noFill/>
          </a:ln>
        </p:spPr>
        <p:txBody>
          <a:bodyPr spcFirstLastPara="1" wrap="square" lIns="108000" tIns="45700" rIns="108000"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FFFFFF"/>
                </a:solidFill>
                <a:latin typeface="Open Sans"/>
                <a:ea typeface="Open Sans"/>
                <a:cs typeface="Open Sans"/>
                <a:sym typeface="Open Sans"/>
              </a:rPr>
              <a:t>GIẢI PHÁP ĐÁNH GIÁ, XẾP LOẠI CHẤT LƯỢNG CBCCVC</a:t>
            </a:r>
            <a:endParaRPr/>
          </a:p>
        </p:txBody>
      </p:sp>
      <p:sp>
        <p:nvSpPr>
          <p:cNvPr id="359" name="Google Shape;359;p7"/>
          <p:cNvSpPr txBox="1"/>
          <p:nvPr/>
        </p:nvSpPr>
        <p:spPr>
          <a:xfrm>
            <a:off x="-136031" y="3118301"/>
            <a:ext cx="682192" cy="523220"/>
          </a:xfrm>
          <a:prstGeom prst="rect">
            <a:avLst/>
          </a:prstGeom>
          <a:noFill/>
          <a:ln>
            <a:noFill/>
          </a:ln>
        </p:spPr>
        <p:txBody>
          <a:bodyPr spcFirstLastPara="1" wrap="square" lIns="108000" tIns="45700" rIns="108000"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FFFFFF"/>
                </a:solidFill>
                <a:latin typeface="Arial"/>
                <a:ea typeface="Arial"/>
                <a:cs typeface="Arial"/>
                <a:sym typeface="Arial"/>
              </a:rPr>
              <a:t>II</a:t>
            </a:r>
            <a:endParaRPr sz="2800" b="1" i="0" u="none" strike="noStrike" cap="none">
              <a:solidFill>
                <a:srgbClr val="FFFFFF"/>
              </a:solidFill>
              <a:latin typeface="Arial"/>
              <a:ea typeface="Arial"/>
              <a:cs typeface="Arial"/>
              <a:sym typeface="Arial"/>
            </a:endParaRPr>
          </a:p>
        </p:txBody>
      </p:sp>
      <p:pic>
        <p:nvPicPr>
          <p:cNvPr id="360" name="Google Shape;360;p7"/>
          <p:cNvPicPr preferRelativeResize="0"/>
          <p:nvPr/>
        </p:nvPicPr>
        <p:blipFill rotWithShape="1">
          <a:blip r:embed="rId5">
            <a:alphaModFix/>
          </a:blip>
          <a:srcRect/>
          <a:stretch/>
        </p:blipFill>
        <p:spPr>
          <a:xfrm>
            <a:off x="10385" y="190431"/>
            <a:ext cx="604631" cy="7458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8"/>
          <p:cNvSpPr txBox="1"/>
          <p:nvPr/>
        </p:nvSpPr>
        <p:spPr>
          <a:xfrm>
            <a:off x="971543" y="397572"/>
            <a:ext cx="9467984" cy="341967"/>
          </a:xfrm>
          <a:prstGeom prst="rect">
            <a:avLst/>
          </a:prstGeom>
          <a:noFill/>
          <a:ln>
            <a:noFill/>
          </a:ln>
        </p:spPr>
        <p:txBody>
          <a:bodyPr spcFirstLastPara="1" wrap="square" lIns="91425" tIns="45700" rIns="91425" bIns="45700" anchor="t" anchorCtr="0">
            <a:noAutofit/>
          </a:bodyPr>
          <a:lstStyle/>
          <a:p>
            <a:pPr marL="457200" marR="0" lvl="0" indent="-355600" algn="l" rtl="0">
              <a:lnSpc>
                <a:spcPct val="90000"/>
              </a:lnSpc>
              <a:spcBef>
                <a:spcPts val="0"/>
              </a:spcBef>
              <a:spcAft>
                <a:spcPts val="0"/>
              </a:spcAft>
              <a:buClr>
                <a:srgbClr val="FFFFFF"/>
              </a:buClr>
              <a:buSzPts val="2000"/>
              <a:buFont typeface="Open Sans"/>
              <a:buAutoNum type="arabicPeriod"/>
            </a:pPr>
            <a:r>
              <a:rPr lang="en-US" sz="2000" b="1" i="0" u="none" strike="noStrike" cap="none">
                <a:solidFill>
                  <a:srgbClr val="FFFFFF"/>
                </a:solidFill>
                <a:latin typeface="Open Sans"/>
                <a:ea typeface="Open Sans"/>
                <a:cs typeface="Open Sans"/>
                <a:sym typeface="Open Sans"/>
              </a:rPr>
              <a:t>Các lợi ích khi triển khai</a:t>
            </a:r>
            <a:endParaRPr sz="2000" b="0" i="0" u="none" strike="noStrike" cap="none">
              <a:solidFill>
                <a:srgbClr val="FFFFFF"/>
              </a:solidFill>
              <a:latin typeface="Open Sans"/>
              <a:ea typeface="Open Sans"/>
              <a:cs typeface="Open Sans"/>
              <a:sym typeface="Open Sans"/>
            </a:endParaRPr>
          </a:p>
        </p:txBody>
      </p:sp>
      <p:pic>
        <p:nvPicPr>
          <p:cNvPr id="367" name="Google Shape;367;p8"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368" name="Google Shape;368;p8"/>
          <p:cNvPicPr preferRelativeResize="0"/>
          <p:nvPr/>
        </p:nvPicPr>
        <p:blipFill rotWithShape="1">
          <a:blip r:embed="rId4">
            <a:alphaModFix/>
          </a:blip>
          <a:srcRect/>
          <a:stretch/>
        </p:blipFill>
        <p:spPr>
          <a:xfrm>
            <a:off x="15935" y="983468"/>
            <a:ext cx="12192000" cy="592828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9"/>
          <p:cNvSpPr txBox="1"/>
          <p:nvPr/>
        </p:nvSpPr>
        <p:spPr>
          <a:xfrm>
            <a:off x="971543" y="293274"/>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 </a:t>
            </a:r>
            <a:r>
              <a:rPr lang="en-US" sz="2000" b="1" i="0" u="none" strike="noStrike" cap="none" dirty="0">
                <a:solidFill>
                  <a:srgbClr val="FFFFFF"/>
                </a:solidFill>
                <a:latin typeface="Open Sans"/>
                <a:ea typeface="Open Sans"/>
                <a:cs typeface="Open Sans"/>
                <a:sym typeface="Open Sans"/>
              </a:rPr>
              <a:t>CÁC PHÂN HỆ CHÍNH CỦA PHẦN MỀM</a:t>
            </a:r>
            <a:endParaRPr sz="2000" b="0" i="0" u="none" strike="noStrike" cap="none" dirty="0">
              <a:solidFill>
                <a:srgbClr val="FFFFFF"/>
              </a:solidFill>
              <a:latin typeface="Open Sans"/>
              <a:ea typeface="Open Sans"/>
              <a:cs typeface="Open Sans"/>
              <a:sym typeface="Open Sans"/>
            </a:endParaRPr>
          </a:p>
        </p:txBody>
      </p:sp>
      <p:pic>
        <p:nvPicPr>
          <p:cNvPr id="375" name="Google Shape;375;p9"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sp>
        <p:nvSpPr>
          <p:cNvPr id="376" name="Google Shape;376;p9"/>
          <p:cNvSpPr/>
          <p:nvPr/>
        </p:nvSpPr>
        <p:spPr>
          <a:xfrm flipH="1">
            <a:off x="5832133" y="-77821"/>
            <a:ext cx="6447416" cy="6935821"/>
          </a:xfrm>
          <a:custGeom>
            <a:avLst/>
            <a:gdLst/>
            <a:ahLst/>
            <a:cxnLst/>
            <a:rect l="l" t="t" r="r" b="b"/>
            <a:pathLst>
              <a:path w="9092163" h="6948840" extrusionOk="0">
                <a:moveTo>
                  <a:pt x="0" y="22951"/>
                </a:moveTo>
                <a:lnTo>
                  <a:pt x="1550516" y="0"/>
                </a:lnTo>
                <a:lnTo>
                  <a:pt x="9092163" y="6933193"/>
                </a:lnTo>
                <a:lnTo>
                  <a:pt x="95989" y="6948840"/>
                </a:lnTo>
                <a:lnTo>
                  <a:pt x="0" y="22951"/>
                </a:lnTo>
                <a:close/>
              </a:path>
            </a:pathLst>
          </a:custGeom>
          <a:solidFill>
            <a:srgbClr val="0070C0"/>
          </a:solidFill>
          <a:ln w="254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49" y="596332"/>
            <a:ext cx="12192000" cy="663276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10"/>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2.1. </a:t>
            </a:r>
            <a:r>
              <a:rPr lang="en-US" sz="2000" b="1" i="0" u="none" strike="noStrike" cap="none" dirty="0">
                <a:solidFill>
                  <a:srgbClr val="FFFFFF"/>
                </a:solidFill>
                <a:latin typeface="Open Sans"/>
                <a:ea typeface="Open Sans"/>
                <a:cs typeface="Open Sans"/>
                <a:sym typeface="Open Sans"/>
              </a:rPr>
              <a:t>PHÂN HỆ QUẢN LÝ DANH MỤC SẢN PHẨM CÔNG VIỆC</a:t>
            </a:r>
            <a:endParaRPr sz="2000" b="0" i="0" u="none" strike="noStrike" cap="none" dirty="0">
              <a:solidFill>
                <a:srgbClr val="FFFFFF"/>
              </a:solidFill>
              <a:latin typeface="Open Sans"/>
              <a:ea typeface="Open Sans"/>
              <a:cs typeface="Open Sans"/>
              <a:sym typeface="Open Sans"/>
            </a:endParaRPr>
          </a:p>
        </p:txBody>
      </p:sp>
      <p:pic>
        <p:nvPicPr>
          <p:cNvPr id="385" name="Google Shape;385;p10"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sp>
        <p:nvSpPr>
          <p:cNvPr id="386" name="Google Shape;386;p10"/>
          <p:cNvSpPr/>
          <p:nvPr/>
        </p:nvSpPr>
        <p:spPr>
          <a:xfrm>
            <a:off x="260985" y="1134110"/>
            <a:ext cx="5678170" cy="906780"/>
          </a:xfrm>
          <a:prstGeom prst="rect">
            <a:avLst/>
          </a:prstGeom>
          <a:noFill/>
          <a:ln>
            <a:noFill/>
          </a:ln>
        </p:spPr>
        <p:txBody>
          <a:bodyPr spcFirstLastPara="1" wrap="square" lIns="0" tIns="0" rIns="0" bIns="0" anchor="t" anchorCtr="0">
            <a:noAutofit/>
          </a:bodyPr>
          <a:lstStyle/>
          <a:p>
            <a:pPr marL="0" marR="0" lvl="0" indent="0" algn="l" rtl="0">
              <a:lnSpc>
                <a:spcPct val="165625"/>
              </a:lnSpc>
              <a:spcBef>
                <a:spcPts val="0"/>
              </a:spcBef>
              <a:spcAft>
                <a:spcPts val="0"/>
              </a:spcAft>
              <a:buClr>
                <a:srgbClr val="000000"/>
              </a:buClr>
              <a:buSzPts val="1600"/>
              <a:buFont typeface="Arial"/>
              <a:buNone/>
            </a:pPr>
            <a:endParaRPr sz="1600" b="0" i="0" u="none" strike="noStrike" cap="none">
              <a:solidFill>
                <a:srgbClr val="000000"/>
              </a:solidFill>
              <a:latin typeface="Open Sans"/>
              <a:ea typeface="Open Sans"/>
              <a:cs typeface="Open Sans"/>
              <a:sym typeface="Open Sans"/>
            </a:endParaRPr>
          </a:p>
        </p:txBody>
      </p:sp>
      <p:pic>
        <p:nvPicPr>
          <p:cNvPr id="387" name="Google Shape;387;p10"/>
          <p:cNvPicPr preferRelativeResize="0"/>
          <p:nvPr/>
        </p:nvPicPr>
        <p:blipFill rotWithShape="1">
          <a:blip r:embed="rId4">
            <a:alphaModFix/>
          </a:blip>
          <a:srcRect/>
          <a:stretch/>
        </p:blipFill>
        <p:spPr>
          <a:xfrm>
            <a:off x="-182975" y="1075650"/>
            <a:ext cx="12577148" cy="523227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11"/>
          <p:cNvSpPr txBox="1"/>
          <p:nvPr/>
        </p:nvSpPr>
        <p:spPr>
          <a:xfrm>
            <a:off x="971551" y="397575"/>
            <a:ext cx="9008100" cy="342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2.2. </a:t>
            </a:r>
            <a:r>
              <a:rPr lang="en-US" sz="2000" b="1" i="0" u="none" strike="noStrike" cap="none" dirty="0">
                <a:solidFill>
                  <a:srgbClr val="FFFFFF"/>
                </a:solidFill>
                <a:latin typeface="Open Sans"/>
                <a:ea typeface="Open Sans"/>
                <a:cs typeface="Open Sans"/>
                <a:sym typeface="Open Sans"/>
              </a:rPr>
              <a:t>PHÂN HỆ QUẢN LÝ, TỔNG HỢP KẾT QUẢ SẢN PHẨM CÔNG VIỆC</a:t>
            </a:r>
            <a:endParaRPr sz="2000" b="0" i="0" u="none" strike="noStrike" cap="none" dirty="0">
              <a:solidFill>
                <a:srgbClr val="FFFFFF"/>
              </a:solidFill>
              <a:latin typeface="Open Sans"/>
              <a:ea typeface="Open Sans"/>
              <a:cs typeface="Open Sans"/>
              <a:sym typeface="Open Sans"/>
            </a:endParaRPr>
          </a:p>
        </p:txBody>
      </p:sp>
      <p:pic>
        <p:nvPicPr>
          <p:cNvPr id="394" name="Google Shape;394;p11"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395" name="Google Shape;395;p11"/>
          <p:cNvPicPr preferRelativeResize="0"/>
          <p:nvPr/>
        </p:nvPicPr>
        <p:blipFill rotWithShape="1">
          <a:blip r:embed="rId4">
            <a:alphaModFix/>
          </a:blip>
          <a:srcRect/>
          <a:stretch/>
        </p:blipFill>
        <p:spPr>
          <a:xfrm>
            <a:off x="306255" y="945368"/>
            <a:ext cx="11506200" cy="585797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11"/>
          <p:cNvSpPr txBox="1"/>
          <p:nvPr/>
        </p:nvSpPr>
        <p:spPr>
          <a:xfrm>
            <a:off x="971551" y="300300"/>
            <a:ext cx="9008100" cy="342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2.3. </a:t>
            </a:r>
            <a:r>
              <a:rPr lang="en-US" sz="2000" b="1" i="0" u="none" strike="noStrike" cap="none" dirty="0">
                <a:solidFill>
                  <a:srgbClr val="FFFFFF"/>
                </a:solidFill>
                <a:latin typeface="Open Sans"/>
                <a:ea typeface="Open Sans"/>
                <a:cs typeface="Open Sans"/>
                <a:sym typeface="Open Sans"/>
              </a:rPr>
              <a:t>PHÂN HỆ QUẢN LÝ, THEO DÕI THỰC HIỆN MỤC TIÊU/CHỈ TIÊU</a:t>
            </a:r>
            <a:endParaRPr sz="2000" b="0" i="0" u="none" strike="noStrike" cap="none" dirty="0">
              <a:solidFill>
                <a:srgbClr val="FFFFFF"/>
              </a:solidFill>
              <a:latin typeface="Open Sans"/>
              <a:ea typeface="Open Sans"/>
              <a:cs typeface="Open Sans"/>
              <a:sym typeface="Open Sans"/>
            </a:endParaRPr>
          </a:p>
        </p:txBody>
      </p:sp>
      <p:pic>
        <p:nvPicPr>
          <p:cNvPr id="394" name="Google Shape;394;p11"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3" name="Picture 2"/>
          <p:cNvPicPr>
            <a:picLocks noChangeAspect="1"/>
          </p:cNvPicPr>
          <p:nvPr/>
        </p:nvPicPr>
        <p:blipFill>
          <a:blip r:embed="rId4"/>
          <a:stretch>
            <a:fillRect/>
          </a:stretch>
        </p:blipFill>
        <p:spPr>
          <a:xfrm>
            <a:off x="233463" y="642300"/>
            <a:ext cx="10986994" cy="6275194"/>
          </a:xfrm>
          <a:prstGeom prst="rect">
            <a:avLst/>
          </a:prstGeom>
        </p:spPr>
      </p:pic>
    </p:spTree>
    <p:extLst>
      <p:ext uri="{BB962C8B-B14F-4D97-AF65-F5344CB8AC3E}">
        <p14:creationId xmlns:p14="http://schemas.microsoft.com/office/powerpoint/2010/main" val="592459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2"/>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2.4</a:t>
            </a:r>
            <a:r>
              <a:rPr lang="en-US" sz="2000" b="1" i="0" u="none" strike="noStrike" cap="none" dirty="0">
                <a:solidFill>
                  <a:srgbClr val="FFFFFF"/>
                </a:solidFill>
                <a:latin typeface="Open Sans"/>
                <a:ea typeface="Open Sans"/>
                <a:cs typeface="Open Sans"/>
                <a:sym typeface="Open Sans"/>
              </a:rPr>
              <a:t>. PHÂN HỆ ĐÁNH GIÁ CÁ NHÂN</a:t>
            </a:r>
            <a:endParaRPr sz="2000" b="0" i="0" u="none" strike="noStrike" cap="none" dirty="0">
              <a:solidFill>
                <a:srgbClr val="FFFFFF"/>
              </a:solidFill>
              <a:latin typeface="Open Sans"/>
              <a:ea typeface="Open Sans"/>
              <a:cs typeface="Open Sans"/>
              <a:sym typeface="Open Sans"/>
            </a:endParaRPr>
          </a:p>
        </p:txBody>
      </p:sp>
      <p:pic>
        <p:nvPicPr>
          <p:cNvPr id="402" name="Google Shape;402;p12"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403" name="Google Shape;403;p12"/>
          <p:cNvPicPr preferRelativeResize="0"/>
          <p:nvPr/>
        </p:nvPicPr>
        <p:blipFill rotWithShape="1">
          <a:blip r:embed="rId4">
            <a:alphaModFix/>
          </a:blip>
          <a:srcRect/>
          <a:stretch/>
        </p:blipFill>
        <p:spPr>
          <a:xfrm>
            <a:off x="619991" y="945368"/>
            <a:ext cx="10990117" cy="61926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3"/>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2.5</a:t>
            </a:r>
            <a:r>
              <a:rPr lang="en-US" sz="2000" b="1" i="0" u="none" strike="noStrike" cap="none" dirty="0">
                <a:solidFill>
                  <a:srgbClr val="FFFFFF"/>
                </a:solidFill>
                <a:latin typeface="Open Sans"/>
                <a:ea typeface="Open Sans"/>
                <a:cs typeface="Open Sans"/>
                <a:sym typeface="Open Sans"/>
              </a:rPr>
              <a:t>. PHÂN HỆ ĐÁNH GIÁ CƠ QUAN, TỔ CHỨC, ĐƠN VỊ</a:t>
            </a:r>
            <a:endParaRPr sz="2000" b="0" i="0" u="none" strike="noStrike" cap="none" dirty="0">
              <a:solidFill>
                <a:srgbClr val="FFFFFF"/>
              </a:solidFill>
              <a:latin typeface="Open Sans"/>
              <a:ea typeface="Open Sans"/>
              <a:cs typeface="Open Sans"/>
              <a:sym typeface="Open Sans"/>
            </a:endParaRPr>
          </a:p>
        </p:txBody>
      </p:sp>
      <p:pic>
        <p:nvPicPr>
          <p:cNvPr id="410" name="Google Shape;410;p13"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411" name="Google Shape;411;p13"/>
          <p:cNvPicPr preferRelativeResize="0"/>
          <p:nvPr/>
        </p:nvPicPr>
        <p:blipFill>
          <a:blip r:embed="rId4">
            <a:alphaModFix/>
          </a:blip>
          <a:stretch>
            <a:fillRect/>
          </a:stretch>
        </p:blipFill>
        <p:spPr>
          <a:xfrm>
            <a:off x="117800" y="1037245"/>
            <a:ext cx="11943075" cy="56789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14"/>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2.6. </a:t>
            </a:r>
            <a:r>
              <a:rPr lang="en-US" sz="2000" b="1" i="0" u="none" strike="noStrike" cap="none" dirty="0">
                <a:solidFill>
                  <a:srgbClr val="FFFFFF"/>
                </a:solidFill>
                <a:latin typeface="Open Sans"/>
                <a:ea typeface="Open Sans"/>
                <a:cs typeface="Open Sans"/>
                <a:sym typeface="Open Sans"/>
              </a:rPr>
              <a:t>PHÂN HỆ TÍCH HỢP, ĐỒNG BỘ</a:t>
            </a:r>
            <a:endParaRPr sz="2000" b="0" i="0" u="none" strike="noStrike" cap="none" dirty="0">
              <a:solidFill>
                <a:srgbClr val="FFFFFF"/>
              </a:solidFill>
              <a:latin typeface="Open Sans"/>
              <a:ea typeface="Open Sans"/>
              <a:cs typeface="Open Sans"/>
              <a:sym typeface="Open Sans"/>
            </a:endParaRPr>
          </a:p>
        </p:txBody>
      </p:sp>
      <p:pic>
        <p:nvPicPr>
          <p:cNvPr id="418" name="Google Shape;418;p14"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419" name="Google Shape;419;p14"/>
          <p:cNvPicPr preferRelativeResize="0"/>
          <p:nvPr/>
        </p:nvPicPr>
        <p:blipFill rotWithShape="1">
          <a:blip r:embed="rId4">
            <a:alphaModFix/>
          </a:blip>
          <a:srcRect/>
          <a:stretch/>
        </p:blipFill>
        <p:spPr>
          <a:xfrm>
            <a:off x="504764" y="937637"/>
            <a:ext cx="10972861" cy="588226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15"/>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2.7. </a:t>
            </a:r>
            <a:r>
              <a:rPr lang="en-US" sz="2000" b="1" i="0" u="none" strike="noStrike" cap="none" dirty="0">
                <a:solidFill>
                  <a:srgbClr val="FFFFFF"/>
                </a:solidFill>
                <a:latin typeface="Open Sans"/>
                <a:ea typeface="Open Sans"/>
                <a:cs typeface="Open Sans"/>
                <a:sym typeface="Open Sans"/>
              </a:rPr>
              <a:t>PHÂN HỆ QUẢN TRỊ HỆ THỐNG</a:t>
            </a:r>
            <a:endParaRPr sz="2000" b="0" i="0" u="none" strike="noStrike" cap="none" dirty="0">
              <a:solidFill>
                <a:srgbClr val="FFFFFF"/>
              </a:solidFill>
              <a:latin typeface="Open Sans"/>
              <a:ea typeface="Open Sans"/>
              <a:cs typeface="Open Sans"/>
              <a:sym typeface="Open Sans"/>
            </a:endParaRPr>
          </a:p>
        </p:txBody>
      </p:sp>
      <p:pic>
        <p:nvPicPr>
          <p:cNvPr id="426" name="Google Shape;426;p15"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427" name="Google Shape;427;p15"/>
          <p:cNvPicPr preferRelativeResize="0"/>
          <p:nvPr/>
        </p:nvPicPr>
        <p:blipFill rotWithShape="1">
          <a:blip r:embed="rId4">
            <a:alphaModFix/>
          </a:blip>
          <a:srcRect/>
          <a:stretch/>
        </p:blipFill>
        <p:spPr>
          <a:xfrm>
            <a:off x="0" y="945375"/>
            <a:ext cx="12289534" cy="59126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15"/>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2.8. </a:t>
            </a:r>
            <a:r>
              <a:rPr lang="en-US" sz="2000" b="1" i="0" u="none" strike="noStrike" cap="none" dirty="0">
                <a:solidFill>
                  <a:srgbClr val="FFFFFF"/>
                </a:solidFill>
                <a:latin typeface="Open Sans"/>
                <a:ea typeface="Open Sans"/>
                <a:cs typeface="Open Sans"/>
                <a:sym typeface="Open Sans"/>
              </a:rPr>
              <a:t>BÁO CÁO, DASHBOARD THỐNG KÊ</a:t>
            </a:r>
            <a:endParaRPr sz="2000" b="0" i="0" u="none" strike="noStrike" cap="none" dirty="0">
              <a:solidFill>
                <a:srgbClr val="FFFFFF"/>
              </a:solidFill>
              <a:latin typeface="Open Sans"/>
              <a:ea typeface="Open Sans"/>
              <a:cs typeface="Open Sans"/>
              <a:sym typeface="Open Sans"/>
            </a:endParaRPr>
          </a:p>
        </p:txBody>
      </p:sp>
      <p:pic>
        <p:nvPicPr>
          <p:cNvPr id="426" name="Google Shape;426;p15"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2" name="Picture 1"/>
          <p:cNvPicPr>
            <a:picLocks noChangeAspect="1"/>
          </p:cNvPicPr>
          <p:nvPr/>
        </p:nvPicPr>
        <p:blipFill>
          <a:blip r:embed="rId4"/>
          <a:stretch>
            <a:fillRect/>
          </a:stretch>
        </p:blipFill>
        <p:spPr>
          <a:xfrm>
            <a:off x="0" y="1064120"/>
            <a:ext cx="12242268" cy="5793880"/>
          </a:xfrm>
          <a:prstGeom prst="rect">
            <a:avLst/>
          </a:prstGeom>
        </p:spPr>
      </p:pic>
    </p:spTree>
    <p:extLst>
      <p:ext uri="{BB962C8B-B14F-4D97-AF65-F5344CB8AC3E}">
        <p14:creationId xmlns:p14="http://schemas.microsoft.com/office/powerpoint/2010/main" val="20777408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7" descr="HCMC 12.png"/>
          <p:cNvPicPr preferRelativeResize="0"/>
          <p:nvPr/>
        </p:nvPicPr>
        <p:blipFill rotWithShape="1">
          <a:blip r:embed="rId3">
            <a:alphaModFix/>
          </a:blip>
          <a:srcRect/>
          <a:stretch/>
        </p:blipFill>
        <p:spPr>
          <a:xfrm>
            <a:off x="1267027" y="0"/>
            <a:ext cx="10914588" cy="6858000"/>
          </a:xfrm>
          <a:prstGeom prst="rect">
            <a:avLst/>
          </a:prstGeom>
          <a:noFill/>
          <a:ln>
            <a:noFill/>
          </a:ln>
        </p:spPr>
      </p:pic>
      <p:pic>
        <p:nvPicPr>
          <p:cNvPr id="355" name="Google Shape;355;p7"/>
          <p:cNvPicPr preferRelativeResize="0"/>
          <p:nvPr/>
        </p:nvPicPr>
        <p:blipFill rotWithShape="1">
          <a:blip r:embed="rId4">
            <a:alphaModFix/>
          </a:blip>
          <a:srcRect/>
          <a:stretch/>
        </p:blipFill>
        <p:spPr>
          <a:xfrm>
            <a:off x="-386862" y="5690"/>
            <a:ext cx="8781832" cy="6858000"/>
          </a:xfrm>
          <a:prstGeom prst="rect">
            <a:avLst/>
          </a:prstGeom>
          <a:noFill/>
          <a:ln>
            <a:noFill/>
          </a:ln>
        </p:spPr>
      </p:pic>
      <p:sp>
        <p:nvSpPr>
          <p:cNvPr id="356" name="Google Shape;356;p7"/>
          <p:cNvSpPr txBox="1">
            <a:spLocks noGrp="1"/>
          </p:cNvSpPr>
          <p:nvPr>
            <p:ph type="sldNum" idx="4294967295"/>
          </p:nvPr>
        </p:nvSpPr>
        <p:spPr>
          <a:xfrm>
            <a:off x="9448800" y="6353175"/>
            <a:ext cx="2743200" cy="365125"/>
          </a:xfrm>
          <a:prstGeom prst="rect">
            <a:avLst/>
          </a:prstGeom>
          <a:noFill/>
          <a:ln>
            <a:noFill/>
          </a:ln>
        </p:spPr>
        <p:txBody>
          <a:bodyPr spcFirstLastPara="1" wrap="square" lIns="45700" tIns="22850" rIns="45700" bIns="2285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600" b="0" i="0" u="none" strike="noStrike" cap="none">
                <a:solidFill>
                  <a:srgbClr val="3A3838"/>
                </a:solidFill>
                <a:latin typeface="Arial"/>
                <a:ea typeface="Arial"/>
                <a:cs typeface="Arial"/>
                <a:sym typeface="Arial"/>
              </a:rPr>
              <a:t>17</a:t>
            </a:fld>
            <a:endParaRPr sz="1600" b="0" i="0" u="none" strike="noStrike" cap="none">
              <a:solidFill>
                <a:srgbClr val="3A3838"/>
              </a:solidFill>
              <a:latin typeface="Arial"/>
              <a:ea typeface="Arial"/>
              <a:cs typeface="Arial"/>
              <a:sym typeface="Arial"/>
            </a:endParaRPr>
          </a:p>
        </p:txBody>
      </p:sp>
      <p:sp>
        <p:nvSpPr>
          <p:cNvPr id="357" name="Google Shape;357;p7"/>
          <p:cNvSpPr/>
          <p:nvPr/>
        </p:nvSpPr>
        <p:spPr>
          <a:xfrm>
            <a:off x="-182891" y="3013912"/>
            <a:ext cx="745831" cy="745829"/>
          </a:xfrm>
          <a:prstGeom prst="ellipse">
            <a:avLst/>
          </a:prstGeom>
          <a:solidFill>
            <a:srgbClr val="1ED4DE"/>
          </a:solidFill>
          <a:ln>
            <a:noFill/>
          </a:ln>
          <a:effectLst>
            <a:outerShdw blurRad="177800" sx="102000" sy="102000" algn="ctr" rotWithShape="0">
              <a:schemeClr val="accent6">
                <a:alpha val="40000"/>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58" name="Google Shape;358;p7"/>
          <p:cNvSpPr txBox="1"/>
          <p:nvPr/>
        </p:nvSpPr>
        <p:spPr>
          <a:xfrm>
            <a:off x="688554" y="2644190"/>
            <a:ext cx="5907455" cy="2062063"/>
          </a:xfrm>
          <a:prstGeom prst="rect">
            <a:avLst/>
          </a:prstGeom>
          <a:noFill/>
          <a:ln>
            <a:noFill/>
          </a:ln>
        </p:spPr>
        <p:txBody>
          <a:bodyPr spcFirstLastPara="1" wrap="square" lIns="108000" tIns="45700" rIns="108000" bIns="45700" anchor="t" anchorCtr="0">
            <a:spAutoFit/>
          </a:bodyPr>
          <a:lstStyle/>
          <a:p>
            <a:pPr lvl="0"/>
            <a:r>
              <a:rPr lang="vi-VN" sz="3200" b="1" dirty="0">
                <a:solidFill>
                  <a:schemeClr val="lt1"/>
                </a:solidFill>
                <a:latin typeface="Open Sans"/>
                <a:ea typeface="Open Sans"/>
                <a:cs typeface="Open Sans"/>
                <a:sym typeface="Open Sans"/>
              </a:rPr>
              <a:t>TỔNG QUAN HỆ THỐNG ĐÁNH GIÁ, XẾP LOẠI CHẤT LƯỢNG CÔNG CHỨC, ĐẢNG VIÊN</a:t>
            </a:r>
            <a:endParaRPr lang="vi-VN" sz="3200" dirty="0"/>
          </a:p>
        </p:txBody>
      </p:sp>
      <p:sp>
        <p:nvSpPr>
          <p:cNvPr id="359" name="Google Shape;359;p7"/>
          <p:cNvSpPr txBox="1"/>
          <p:nvPr/>
        </p:nvSpPr>
        <p:spPr>
          <a:xfrm>
            <a:off x="-136031" y="3118301"/>
            <a:ext cx="682192" cy="523220"/>
          </a:xfrm>
          <a:prstGeom prst="rect">
            <a:avLst/>
          </a:prstGeom>
          <a:noFill/>
          <a:ln>
            <a:noFill/>
          </a:ln>
        </p:spPr>
        <p:txBody>
          <a:bodyPr spcFirstLastPara="1" wrap="square" lIns="108000" tIns="45700" rIns="108000"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FFFFFF"/>
                </a:solidFill>
                <a:latin typeface="Arial"/>
                <a:ea typeface="Arial"/>
                <a:cs typeface="Arial"/>
                <a:sym typeface="Arial"/>
              </a:rPr>
              <a:t>II</a:t>
            </a:r>
            <a:endParaRPr sz="2800" b="1" i="0" u="none" strike="noStrike" cap="none">
              <a:solidFill>
                <a:srgbClr val="FFFFFF"/>
              </a:solidFill>
              <a:latin typeface="Arial"/>
              <a:ea typeface="Arial"/>
              <a:cs typeface="Arial"/>
              <a:sym typeface="Arial"/>
            </a:endParaRPr>
          </a:p>
        </p:txBody>
      </p:sp>
      <p:pic>
        <p:nvPicPr>
          <p:cNvPr id="360" name="Google Shape;360;p7"/>
          <p:cNvPicPr preferRelativeResize="0"/>
          <p:nvPr/>
        </p:nvPicPr>
        <p:blipFill rotWithShape="1">
          <a:blip r:embed="rId5">
            <a:alphaModFix/>
          </a:blip>
          <a:srcRect/>
          <a:stretch/>
        </p:blipFill>
        <p:spPr>
          <a:xfrm>
            <a:off x="10385" y="190431"/>
            <a:ext cx="604631" cy="745830"/>
          </a:xfrm>
          <a:prstGeom prst="rect">
            <a:avLst/>
          </a:prstGeom>
          <a:noFill/>
          <a:ln>
            <a:noFill/>
          </a:ln>
        </p:spPr>
      </p:pic>
    </p:spTree>
    <p:extLst>
      <p:ext uri="{BB962C8B-B14F-4D97-AF65-F5344CB8AC3E}">
        <p14:creationId xmlns:p14="http://schemas.microsoft.com/office/powerpoint/2010/main" val="12402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
          <p:cNvSpPr txBox="1"/>
          <p:nvPr/>
        </p:nvSpPr>
        <p:spPr>
          <a:xfrm>
            <a:off x="971543" y="397572"/>
            <a:ext cx="8192100" cy="342000"/>
          </a:xfrm>
          <a:prstGeom prst="rect">
            <a:avLst/>
          </a:prstGeom>
          <a:noFill/>
          <a:ln>
            <a:noFill/>
          </a:ln>
        </p:spPr>
        <p:txBody>
          <a:bodyPr spcFirstLastPara="1" wrap="square" lIns="91425" tIns="45700" rIns="91425" bIns="45700" anchor="t" anchorCtr="0">
            <a:noAutofit/>
          </a:bodyPr>
          <a:lstStyle/>
          <a:p>
            <a:pPr marL="457200" marR="0" lvl="0" indent="-355600" algn="l" rtl="0">
              <a:lnSpc>
                <a:spcPct val="90000"/>
              </a:lnSpc>
              <a:spcBef>
                <a:spcPts val="0"/>
              </a:spcBef>
              <a:spcAft>
                <a:spcPts val="0"/>
              </a:spcAft>
              <a:buClr>
                <a:srgbClr val="FFFFFF"/>
              </a:buClr>
              <a:buSzPts val="2000"/>
              <a:buFont typeface="Open Sans"/>
              <a:buAutoNum type="arabicPeriod"/>
            </a:pPr>
            <a:r>
              <a:rPr lang="en-US" sz="2000" b="1" i="0" u="none" strike="noStrike" cap="none" dirty="0">
                <a:solidFill>
                  <a:srgbClr val="FFFFFF"/>
                </a:solidFill>
                <a:latin typeface="Open Sans"/>
                <a:ea typeface="Open Sans"/>
                <a:cs typeface="Open Sans"/>
                <a:sym typeface="Open Sans"/>
              </a:rPr>
              <a:t>VĂN BẢN PHÁP LÝ, VÀ CÁC ĐỊNH HƯỚNG</a:t>
            </a:r>
            <a:endParaRPr sz="2000" b="0" i="0" u="none" strike="noStrike" cap="none" dirty="0">
              <a:solidFill>
                <a:srgbClr val="FFFFFF"/>
              </a:solidFill>
              <a:latin typeface="Open Sans"/>
              <a:ea typeface="Open Sans"/>
              <a:cs typeface="Open Sans"/>
              <a:sym typeface="Open Sans"/>
            </a:endParaRPr>
          </a:p>
        </p:txBody>
      </p:sp>
      <p:sp>
        <p:nvSpPr>
          <p:cNvPr id="293" name="Google Shape;293;p4"/>
          <p:cNvSpPr txBox="1"/>
          <p:nvPr/>
        </p:nvSpPr>
        <p:spPr>
          <a:xfrm>
            <a:off x="916426" y="3618670"/>
            <a:ext cx="9105600" cy="461635"/>
          </a:xfrm>
          <a:prstGeom prst="rect">
            <a:avLst/>
          </a:prstGeom>
          <a:noFill/>
          <a:ln>
            <a:noFill/>
          </a:ln>
        </p:spPr>
        <p:txBody>
          <a:bodyPr spcFirstLastPara="1" wrap="square" lIns="68575" tIns="34275" rIns="68575" bIns="34275" anchor="t" anchorCtr="0">
            <a:spAutoFit/>
          </a:bodyPr>
          <a:lstStyle/>
          <a:p>
            <a:pPr marL="0" marR="0" lvl="0" indent="0" algn="just" rtl="0">
              <a:lnSpc>
                <a:spcPct val="150000"/>
              </a:lnSpc>
              <a:spcBef>
                <a:spcPts val="0"/>
              </a:spcBef>
              <a:spcAft>
                <a:spcPts val="0"/>
              </a:spcAft>
              <a:buNone/>
            </a:pPr>
            <a:r>
              <a:rPr lang="en-US" sz="1700" b="0" i="0" u="none" strike="noStrike" cap="none" dirty="0">
                <a:solidFill>
                  <a:srgbClr val="1E3063"/>
                </a:solidFill>
                <a:latin typeface="Open Sans"/>
                <a:ea typeface="Open Sans"/>
                <a:cs typeface="Open Sans"/>
                <a:sym typeface="Open Sans"/>
              </a:rPr>
              <a:t>05 </a:t>
            </a:r>
            <a:r>
              <a:rPr lang="en-US" sz="1700" b="0" i="0" u="none" strike="noStrike" cap="none" dirty="0" err="1">
                <a:solidFill>
                  <a:srgbClr val="1E3063"/>
                </a:solidFill>
                <a:latin typeface="Open Sans"/>
                <a:ea typeface="Open Sans"/>
                <a:cs typeface="Open Sans"/>
                <a:sym typeface="Open Sans"/>
              </a:rPr>
              <a:t>Phụ</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lục</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kèm</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theo</a:t>
            </a:r>
            <a:endParaRPr sz="1700" b="1" dirty="0">
              <a:solidFill>
                <a:srgbClr val="CC6600"/>
              </a:solidFill>
              <a:latin typeface="Open Sans"/>
              <a:ea typeface="Open Sans"/>
              <a:cs typeface="Open Sans"/>
              <a:sym typeface="Open Sans"/>
            </a:endParaRPr>
          </a:p>
        </p:txBody>
      </p:sp>
      <p:sp>
        <p:nvSpPr>
          <p:cNvPr id="294" name="Google Shape;294;p4"/>
          <p:cNvSpPr txBox="1"/>
          <p:nvPr/>
        </p:nvSpPr>
        <p:spPr>
          <a:xfrm>
            <a:off x="950943" y="1101984"/>
            <a:ext cx="8244600" cy="854050"/>
          </a:xfrm>
          <a:prstGeom prst="rect">
            <a:avLst/>
          </a:prstGeom>
          <a:noFill/>
          <a:ln>
            <a:noFill/>
          </a:ln>
        </p:spPr>
        <p:txBody>
          <a:bodyPr spcFirstLastPara="1" wrap="square" lIns="68575" tIns="34275" rIns="68575" bIns="34275" anchor="t" anchorCtr="0">
            <a:spAutoFit/>
          </a:bodyPr>
          <a:lstStyle/>
          <a:p>
            <a:pPr lvl="0" algn="just">
              <a:lnSpc>
                <a:spcPct val="150000"/>
              </a:lnSpc>
              <a:buSzPts val="1700"/>
            </a:pPr>
            <a:r>
              <a:rPr lang="vi-VN" sz="1700" dirty="0">
                <a:solidFill>
                  <a:srgbClr val="1E3063"/>
                </a:solidFill>
                <a:latin typeface="Open Sans"/>
                <a:ea typeface="Open Sans"/>
                <a:cs typeface="Open Sans"/>
                <a:sym typeface="Open Sans"/>
              </a:rPr>
              <a:t>Quy định </a:t>
            </a:r>
            <a:r>
              <a:rPr lang="vi-VN" sz="1700" b="1" dirty="0">
                <a:solidFill>
                  <a:srgbClr val="CC6600"/>
                </a:solidFill>
                <a:latin typeface="Open Sans"/>
                <a:ea typeface="Open Sans"/>
                <a:cs typeface="Open Sans"/>
                <a:sym typeface="Open Sans"/>
              </a:rPr>
              <a:t>366-QĐ/TW </a:t>
            </a:r>
            <a:r>
              <a:rPr lang="vi-VN" sz="1700" dirty="0">
                <a:solidFill>
                  <a:srgbClr val="1E3063"/>
                </a:solidFill>
                <a:latin typeface="Open Sans"/>
                <a:ea typeface="Open Sans"/>
                <a:cs typeface="Open Sans"/>
                <a:sym typeface="Open Sans"/>
              </a:rPr>
              <a:t>ngày 30/08/2025 về việc kiểm điểm và đánh giá, xếp loại chất lượng đối với tập thể, cá nhân trong hệ thống chính trị;</a:t>
            </a:r>
          </a:p>
        </p:txBody>
      </p:sp>
      <p:pic>
        <p:nvPicPr>
          <p:cNvPr id="295" name="Google Shape;295;p4"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sp>
        <p:nvSpPr>
          <p:cNvPr id="296" name="Google Shape;296;p4"/>
          <p:cNvSpPr txBox="1"/>
          <p:nvPr/>
        </p:nvSpPr>
        <p:spPr>
          <a:xfrm>
            <a:off x="892373" y="2268630"/>
            <a:ext cx="7343100" cy="1246465"/>
          </a:xfrm>
          <a:prstGeom prst="rect">
            <a:avLst/>
          </a:prstGeom>
          <a:noFill/>
          <a:ln>
            <a:noFill/>
          </a:ln>
        </p:spPr>
        <p:txBody>
          <a:bodyPr spcFirstLastPara="1" wrap="square" lIns="68575" tIns="34275" rIns="68575" bIns="34275" anchor="t" anchorCtr="0">
            <a:spAutoFit/>
          </a:bodyPr>
          <a:lstStyle/>
          <a:p>
            <a:pPr marL="0" marR="0" lvl="0" indent="0" algn="just" rtl="0">
              <a:lnSpc>
                <a:spcPct val="150000"/>
              </a:lnSpc>
              <a:spcBef>
                <a:spcPts val="0"/>
              </a:spcBef>
              <a:spcAft>
                <a:spcPts val="0"/>
              </a:spcAft>
              <a:buClr>
                <a:srgbClr val="000000"/>
              </a:buClr>
              <a:buSzPts val="1700"/>
              <a:buFont typeface="Arial"/>
              <a:buNone/>
            </a:pPr>
            <a:r>
              <a:rPr lang="vi-VN" sz="1700" b="0" i="0" u="none" strike="noStrike" cap="none" dirty="0">
                <a:solidFill>
                  <a:srgbClr val="1E3063"/>
                </a:solidFill>
                <a:latin typeface="Open Sans"/>
                <a:ea typeface="Open Sans"/>
                <a:cs typeface="Open Sans"/>
                <a:sym typeface="Open Sans"/>
              </a:rPr>
              <a:t>Hướng dẫn số </a:t>
            </a:r>
            <a:r>
              <a:rPr lang="vi-VN" sz="1700" b="1" dirty="0">
                <a:solidFill>
                  <a:srgbClr val="CC6600"/>
                </a:solidFill>
                <a:latin typeface="Open Sans"/>
                <a:ea typeface="Open Sans"/>
                <a:cs typeface="Open Sans"/>
                <a:sym typeface="Open Sans"/>
              </a:rPr>
              <a:t>43-HD/BTCTW </a:t>
            </a:r>
            <a:r>
              <a:rPr lang="vi-VN" sz="1700" b="0" i="0" u="none" strike="noStrike" cap="none" dirty="0">
                <a:solidFill>
                  <a:srgbClr val="1E3063"/>
                </a:solidFill>
                <a:latin typeface="Open Sans"/>
                <a:ea typeface="Open Sans"/>
                <a:cs typeface="Open Sans"/>
                <a:sym typeface="Open Sans"/>
              </a:rPr>
              <a:t>ngày 31/10/2025 về một số nội dung kiểm điểm và đánh giá, xếp loại chất lượng đối với tập thể, cá nhân trong hệ thống chính trị</a:t>
            </a:r>
            <a:endParaRPr sz="1700" b="0" i="0" u="none" strike="noStrike" cap="none" dirty="0">
              <a:solidFill>
                <a:srgbClr val="1E3063"/>
              </a:solidFill>
              <a:latin typeface="Open Sans"/>
              <a:ea typeface="Open Sans"/>
              <a:cs typeface="Open Sans"/>
              <a:sym typeface="Open Sans"/>
            </a:endParaRPr>
          </a:p>
        </p:txBody>
      </p:sp>
      <p:sp>
        <p:nvSpPr>
          <p:cNvPr id="332" name="Google Shape;332;p4"/>
          <p:cNvSpPr txBox="1"/>
          <p:nvPr/>
        </p:nvSpPr>
        <p:spPr>
          <a:xfrm>
            <a:off x="852009" y="4596908"/>
            <a:ext cx="7283397" cy="8353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700" b="1" i="0" u="none" strike="noStrike" cap="none" dirty="0" err="1">
                <a:solidFill>
                  <a:srgbClr val="CC6600"/>
                </a:solidFill>
                <a:latin typeface="Open Sans"/>
                <a:ea typeface="Open Sans"/>
                <a:cs typeface="Open Sans"/>
                <a:sym typeface="Open Sans"/>
              </a:rPr>
              <a:t>Sổ</a:t>
            </a:r>
            <a:r>
              <a:rPr lang="en-US" sz="1700" b="1" i="0" u="none" strike="noStrike" cap="none" dirty="0">
                <a:solidFill>
                  <a:srgbClr val="CC6600"/>
                </a:solidFill>
                <a:latin typeface="Open Sans"/>
                <a:ea typeface="Open Sans"/>
                <a:cs typeface="Open Sans"/>
                <a:sym typeface="Open Sans"/>
              </a:rPr>
              <a:t> </a:t>
            </a:r>
            <a:r>
              <a:rPr lang="en-US" sz="1700" b="1" i="0" u="none" strike="noStrike" cap="none" dirty="0" err="1">
                <a:solidFill>
                  <a:srgbClr val="CC6600"/>
                </a:solidFill>
                <a:latin typeface="Open Sans"/>
                <a:ea typeface="Open Sans"/>
                <a:cs typeface="Open Sans"/>
                <a:sym typeface="Open Sans"/>
              </a:rPr>
              <a:t>tay</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hướng</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dẫn</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xây</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dựng</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bộ</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tiêu</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chí</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và</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triển</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khai</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Đánh</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giá</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kết</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quả</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thực</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hiện</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nhiệm</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vụ</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công</a:t>
            </a:r>
            <a:r>
              <a:rPr lang="en-US" sz="1700" b="0" i="0" u="none" strike="noStrike" cap="none" dirty="0">
                <a:solidFill>
                  <a:srgbClr val="1E3063"/>
                </a:solidFill>
                <a:latin typeface="Open Sans"/>
                <a:ea typeface="Open Sans"/>
                <a:cs typeface="Open Sans"/>
                <a:sym typeface="Open Sans"/>
              </a:rPr>
              <a:t> </a:t>
            </a:r>
            <a:r>
              <a:rPr lang="en-US" sz="1700" b="0" i="0" u="none" strike="noStrike" cap="none" dirty="0" err="1">
                <a:solidFill>
                  <a:srgbClr val="1E3063"/>
                </a:solidFill>
                <a:latin typeface="Open Sans"/>
                <a:ea typeface="Open Sans"/>
                <a:cs typeface="Open Sans"/>
                <a:sym typeface="Open Sans"/>
              </a:rPr>
              <a:t>chức</a:t>
            </a:r>
            <a:r>
              <a:rPr lang="en-US" sz="1700" b="0" i="0" u="none" strike="noStrike" cap="none" dirty="0">
                <a:solidFill>
                  <a:srgbClr val="1E3063"/>
                </a:solidFill>
                <a:latin typeface="Open Sans"/>
                <a:ea typeface="Open Sans"/>
                <a:cs typeface="Open Sans"/>
                <a:sym typeface="Open Sans"/>
              </a:rPr>
              <a:t>.</a:t>
            </a:r>
            <a:endParaRPr sz="1700" b="0" i="0" u="none" strike="noStrike" cap="none" dirty="0">
              <a:solidFill>
                <a:srgbClr val="1E3063"/>
              </a:solidFill>
              <a:latin typeface="Open Sans"/>
              <a:ea typeface="Open Sans"/>
              <a:cs typeface="Open Sans"/>
              <a:sym typeface="Open Sans"/>
            </a:endParaRPr>
          </a:p>
        </p:txBody>
      </p:sp>
      <p:pic>
        <p:nvPicPr>
          <p:cNvPr id="3" name="Picture 2">
            <a:extLst>
              <a:ext uri="{FF2B5EF4-FFF2-40B4-BE49-F238E27FC236}">
                <a16:creationId xmlns="" xmlns:a16="http://schemas.microsoft.com/office/drawing/2014/main" id="{03570DAC-909D-3053-1CC2-3BC4438763C1}"/>
              </a:ext>
            </a:extLst>
          </p:cNvPr>
          <p:cNvPicPr>
            <a:picLocks noChangeAspect="1"/>
          </p:cNvPicPr>
          <p:nvPr/>
        </p:nvPicPr>
        <p:blipFill>
          <a:blip r:embed="rId4"/>
          <a:stretch>
            <a:fillRect/>
          </a:stretch>
        </p:blipFill>
        <p:spPr>
          <a:xfrm>
            <a:off x="299517" y="-97104"/>
            <a:ext cx="10855253" cy="7227369"/>
          </a:xfrm>
          <a:prstGeom prst="rect">
            <a:avLst/>
          </a:prstGeom>
        </p:spPr>
      </p:pic>
    </p:spTree>
    <p:extLst>
      <p:ext uri="{BB962C8B-B14F-4D97-AF65-F5344CB8AC3E}">
        <p14:creationId xmlns:p14="http://schemas.microsoft.com/office/powerpoint/2010/main" val="26897282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8"/>
          <p:cNvSpPr txBox="1"/>
          <p:nvPr/>
        </p:nvSpPr>
        <p:spPr>
          <a:xfrm>
            <a:off x="971543" y="397572"/>
            <a:ext cx="9467984" cy="341967"/>
          </a:xfrm>
          <a:prstGeom prst="rect">
            <a:avLst/>
          </a:prstGeom>
          <a:noFill/>
          <a:ln>
            <a:noFill/>
          </a:ln>
        </p:spPr>
        <p:txBody>
          <a:bodyPr spcFirstLastPara="1" wrap="square" lIns="91425" tIns="45700" rIns="91425" bIns="45700" anchor="t" anchorCtr="0">
            <a:noAutofit/>
          </a:bodyPr>
          <a:lstStyle/>
          <a:p>
            <a:pPr marL="457200" marR="0" lvl="0" indent="-355600" algn="l" rtl="0">
              <a:lnSpc>
                <a:spcPct val="90000"/>
              </a:lnSpc>
              <a:spcBef>
                <a:spcPts val="0"/>
              </a:spcBef>
              <a:spcAft>
                <a:spcPts val="0"/>
              </a:spcAft>
              <a:buClr>
                <a:srgbClr val="FFFFFF"/>
              </a:buClr>
              <a:buSzPts val="2000"/>
              <a:buFont typeface="Open Sans"/>
              <a:buAutoNum type="arabicPeriod"/>
            </a:pPr>
            <a:r>
              <a:rPr lang="en-US" sz="2000" b="1" i="0" u="none" strike="noStrike" cap="none" dirty="0">
                <a:solidFill>
                  <a:srgbClr val="FFFFFF"/>
                </a:solidFill>
                <a:latin typeface="Open Sans"/>
                <a:ea typeface="Open Sans"/>
                <a:cs typeface="Open Sans"/>
                <a:sym typeface="Open Sans"/>
              </a:rPr>
              <a:t>Các </a:t>
            </a:r>
            <a:r>
              <a:rPr lang="en-US" sz="2000" b="1" i="0" u="none" strike="noStrike" cap="none" dirty="0" err="1">
                <a:solidFill>
                  <a:srgbClr val="FFFFFF"/>
                </a:solidFill>
                <a:latin typeface="Open Sans"/>
                <a:ea typeface="Open Sans"/>
                <a:cs typeface="Open Sans"/>
                <a:sym typeface="Open Sans"/>
              </a:rPr>
              <a:t>lợi</a:t>
            </a:r>
            <a:r>
              <a:rPr lang="en-US" sz="2000" b="1" i="0" u="none" strike="noStrike" cap="none" dirty="0">
                <a:solidFill>
                  <a:srgbClr val="FFFFFF"/>
                </a:solidFill>
                <a:latin typeface="Open Sans"/>
                <a:ea typeface="Open Sans"/>
                <a:cs typeface="Open Sans"/>
                <a:sym typeface="Open Sans"/>
              </a:rPr>
              <a:t> </a:t>
            </a:r>
            <a:r>
              <a:rPr lang="en-US" sz="2000" b="1" i="0" u="none" strike="noStrike" cap="none" dirty="0" err="1">
                <a:solidFill>
                  <a:srgbClr val="FFFFFF"/>
                </a:solidFill>
                <a:latin typeface="Open Sans"/>
                <a:ea typeface="Open Sans"/>
                <a:cs typeface="Open Sans"/>
                <a:sym typeface="Open Sans"/>
              </a:rPr>
              <a:t>ích</a:t>
            </a:r>
            <a:r>
              <a:rPr lang="en-US" sz="2000" b="1" i="0" u="none" strike="noStrike" cap="none" dirty="0">
                <a:solidFill>
                  <a:srgbClr val="FFFFFF"/>
                </a:solidFill>
                <a:latin typeface="Open Sans"/>
                <a:ea typeface="Open Sans"/>
                <a:cs typeface="Open Sans"/>
                <a:sym typeface="Open Sans"/>
              </a:rPr>
              <a:t> </a:t>
            </a:r>
            <a:r>
              <a:rPr lang="en-US" sz="2000" b="1" i="0" u="none" strike="noStrike" cap="none" dirty="0" err="1">
                <a:solidFill>
                  <a:srgbClr val="FFFFFF"/>
                </a:solidFill>
                <a:latin typeface="Open Sans"/>
                <a:ea typeface="Open Sans"/>
                <a:cs typeface="Open Sans"/>
                <a:sym typeface="Open Sans"/>
              </a:rPr>
              <a:t>khi</a:t>
            </a:r>
            <a:r>
              <a:rPr lang="en-US" sz="2000" b="1" i="0" u="none" strike="noStrike" cap="none" dirty="0">
                <a:solidFill>
                  <a:srgbClr val="FFFFFF"/>
                </a:solidFill>
                <a:latin typeface="Open Sans"/>
                <a:ea typeface="Open Sans"/>
                <a:cs typeface="Open Sans"/>
                <a:sym typeface="Open Sans"/>
              </a:rPr>
              <a:t> </a:t>
            </a:r>
            <a:r>
              <a:rPr lang="en-US" sz="2000" b="1" i="0" u="none" strike="noStrike" cap="none" dirty="0" err="1">
                <a:solidFill>
                  <a:srgbClr val="FFFFFF"/>
                </a:solidFill>
                <a:latin typeface="Open Sans"/>
                <a:ea typeface="Open Sans"/>
                <a:cs typeface="Open Sans"/>
                <a:sym typeface="Open Sans"/>
              </a:rPr>
              <a:t>triển</a:t>
            </a:r>
            <a:r>
              <a:rPr lang="en-US" sz="2000" b="1" i="0" u="none" strike="noStrike" cap="none" dirty="0">
                <a:solidFill>
                  <a:srgbClr val="FFFFFF"/>
                </a:solidFill>
                <a:latin typeface="Open Sans"/>
                <a:ea typeface="Open Sans"/>
                <a:cs typeface="Open Sans"/>
                <a:sym typeface="Open Sans"/>
              </a:rPr>
              <a:t> </a:t>
            </a:r>
            <a:r>
              <a:rPr lang="en-US" sz="2000" b="1" i="0" u="none" strike="noStrike" cap="none" dirty="0" err="1">
                <a:solidFill>
                  <a:srgbClr val="FFFFFF"/>
                </a:solidFill>
                <a:latin typeface="Open Sans"/>
                <a:ea typeface="Open Sans"/>
                <a:cs typeface="Open Sans"/>
                <a:sym typeface="Open Sans"/>
              </a:rPr>
              <a:t>khai</a:t>
            </a:r>
            <a:endParaRPr sz="2000" b="0" i="0" u="none" strike="noStrike" cap="none" dirty="0">
              <a:solidFill>
                <a:srgbClr val="FFFFFF"/>
              </a:solidFill>
              <a:latin typeface="Open Sans"/>
              <a:ea typeface="Open Sans"/>
              <a:cs typeface="Open Sans"/>
              <a:sym typeface="Open Sans"/>
            </a:endParaRPr>
          </a:p>
        </p:txBody>
      </p:sp>
      <p:pic>
        <p:nvPicPr>
          <p:cNvPr id="367" name="Google Shape;367;p8"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5" name="Picture 4">
            <a:extLst>
              <a:ext uri="{FF2B5EF4-FFF2-40B4-BE49-F238E27FC236}">
                <a16:creationId xmlns="" xmlns:a16="http://schemas.microsoft.com/office/drawing/2014/main" id="{0E090353-54A2-A9E0-4BC9-31385333B39C}"/>
              </a:ext>
            </a:extLst>
          </p:cNvPr>
          <p:cNvPicPr>
            <a:picLocks noChangeAspect="1"/>
          </p:cNvPicPr>
          <p:nvPr/>
        </p:nvPicPr>
        <p:blipFill>
          <a:blip r:embed="rId4"/>
          <a:stretch>
            <a:fillRect/>
          </a:stretch>
        </p:blipFill>
        <p:spPr>
          <a:xfrm>
            <a:off x="301854" y="0"/>
            <a:ext cx="10609302" cy="7072868"/>
          </a:xfrm>
          <a:prstGeom prst="rect">
            <a:avLst/>
          </a:prstGeom>
        </p:spPr>
      </p:pic>
    </p:spTree>
    <p:extLst>
      <p:ext uri="{BB962C8B-B14F-4D97-AF65-F5344CB8AC3E}">
        <p14:creationId xmlns:p14="http://schemas.microsoft.com/office/powerpoint/2010/main" val="28958299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9"/>
          <p:cNvSpPr txBox="1"/>
          <p:nvPr/>
        </p:nvSpPr>
        <p:spPr>
          <a:xfrm>
            <a:off x="971543" y="392588"/>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 </a:t>
            </a:r>
            <a:r>
              <a:rPr lang="en-US" sz="2000" b="1" i="0" u="none" strike="noStrike" cap="none" dirty="0">
                <a:solidFill>
                  <a:srgbClr val="FFFFFF"/>
                </a:solidFill>
                <a:latin typeface="Open Sans"/>
                <a:ea typeface="Open Sans"/>
                <a:cs typeface="Open Sans"/>
                <a:sym typeface="Open Sans"/>
              </a:rPr>
              <a:t>TỔNG QUAN CHỨC NĂNG CHÍNH CỦA PHẦN MỀM</a:t>
            </a:r>
            <a:endParaRPr sz="2000" b="0" i="0" u="none" strike="noStrike" cap="none" dirty="0">
              <a:solidFill>
                <a:srgbClr val="FFFFFF"/>
              </a:solidFill>
              <a:latin typeface="Open Sans"/>
              <a:ea typeface="Open Sans"/>
              <a:cs typeface="Open Sans"/>
              <a:sym typeface="Open Sans"/>
            </a:endParaRPr>
          </a:p>
        </p:txBody>
      </p:sp>
      <p:pic>
        <p:nvPicPr>
          <p:cNvPr id="375" name="Google Shape;375;p9"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sp>
        <p:nvSpPr>
          <p:cNvPr id="376" name="Google Shape;376;p9"/>
          <p:cNvSpPr/>
          <p:nvPr/>
        </p:nvSpPr>
        <p:spPr>
          <a:xfrm flipH="1">
            <a:off x="5832133" y="-77821"/>
            <a:ext cx="6447416" cy="6935821"/>
          </a:xfrm>
          <a:custGeom>
            <a:avLst/>
            <a:gdLst/>
            <a:ahLst/>
            <a:cxnLst/>
            <a:rect l="l" t="t" r="r" b="b"/>
            <a:pathLst>
              <a:path w="9092163" h="6948840" extrusionOk="0">
                <a:moveTo>
                  <a:pt x="0" y="22951"/>
                </a:moveTo>
                <a:lnTo>
                  <a:pt x="1550516" y="0"/>
                </a:lnTo>
                <a:lnTo>
                  <a:pt x="9092163" y="6933193"/>
                </a:lnTo>
                <a:lnTo>
                  <a:pt x="95989" y="6948840"/>
                </a:lnTo>
                <a:lnTo>
                  <a:pt x="0" y="22951"/>
                </a:lnTo>
                <a:close/>
              </a:path>
            </a:pathLst>
          </a:custGeom>
          <a:solidFill>
            <a:srgbClr val="0070C0"/>
          </a:solidFill>
          <a:ln w="254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8" name="Picture 7">
            <a:extLst>
              <a:ext uri="{FF2B5EF4-FFF2-40B4-BE49-F238E27FC236}">
                <a16:creationId xmlns="" xmlns:a16="http://schemas.microsoft.com/office/drawing/2014/main" id="{E412A293-ECE7-F646-0934-C27FCC3DE62B}"/>
              </a:ext>
            </a:extLst>
          </p:cNvPr>
          <p:cNvPicPr>
            <a:picLocks noChangeAspect="1"/>
          </p:cNvPicPr>
          <p:nvPr/>
        </p:nvPicPr>
        <p:blipFill>
          <a:blip r:embed="rId4"/>
          <a:stretch>
            <a:fillRect/>
          </a:stretch>
        </p:blipFill>
        <p:spPr>
          <a:xfrm>
            <a:off x="560751" y="734555"/>
            <a:ext cx="11070497" cy="6230465"/>
          </a:xfrm>
          <a:prstGeom prst="rect">
            <a:avLst/>
          </a:prstGeom>
        </p:spPr>
      </p:pic>
    </p:spTree>
    <p:extLst>
      <p:ext uri="{BB962C8B-B14F-4D97-AF65-F5344CB8AC3E}">
        <p14:creationId xmlns:p14="http://schemas.microsoft.com/office/powerpoint/2010/main" val="35645430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10"/>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2.1. </a:t>
            </a:r>
            <a:r>
              <a:rPr lang="en-US" sz="2000" b="1" i="0" u="none" strike="noStrike" cap="none" dirty="0">
                <a:solidFill>
                  <a:srgbClr val="FFFFFF"/>
                </a:solidFill>
                <a:latin typeface="Open Sans"/>
                <a:ea typeface="Open Sans"/>
                <a:cs typeface="Open Sans"/>
                <a:sym typeface="Open Sans"/>
              </a:rPr>
              <a:t>PHÂN HỆ QUẢN LÝ DANH MỤC SẢN PHẨM CÔNG VIỆC</a:t>
            </a:r>
            <a:endParaRPr sz="2000" b="0" i="0" u="none" strike="noStrike" cap="none" dirty="0">
              <a:solidFill>
                <a:srgbClr val="FFFFFF"/>
              </a:solidFill>
              <a:latin typeface="Open Sans"/>
              <a:ea typeface="Open Sans"/>
              <a:cs typeface="Open Sans"/>
              <a:sym typeface="Open Sans"/>
            </a:endParaRPr>
          </a:p>
        </p:txBody>
      </p:sp>
      <p:pic>
        <p:nvPicPr>
          <p:cNvPr id="385" name="Google Shape;385;p10"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sp>
        <p:nvSpPr>
          <p:cNvPr id="386" name="Google Shape;386;p10"/>
          <p:cNvSpPr/>
          <p:nvPr/>
        </p:nvSpPr>
        <p:spPr>
          <a:xfrm>
            <a:off x="260985" y="1134110"/>
            <a:ext cx="5678170" cy="906780"/>
          </a:xfrm>
          <a:prstGeom prst="rect">
            <a:avLst/>
          </a:prstGeom>
          <a:noFill/>
          <a:ln>
            <a:noFill/>
          </a:ln>
        </p:spPr>
        <p:txBody>
          <a:bodyPr spcFirstLastPara="1" wrap="square" lIns="0" tIns="0" rIns="0" bIns="0" anchor="t" anchorCtr="0">
            <a:noAutofit/>
          </a:bodyPr>
          <a:lstStyle/>
          <a:p>
            <a:pPr marL="0" marR="0" lvl="0" indent="0" algn="l" rtl="0">
              <a:lnSpc>
                <a:spcPct val="165625"/>
              </a:lnSpc>
              <a:spcBef>
                <a:spcPts val="0"/>
              </a:spcBef>
              <a:spcAft>
                <a:spcPts val="0"/>
              </a:spcAft>
              <a:buClr>
                <a:srgbClr val="000000"/>
              </a:buClr>
              <a:buSzPts val="1600"/>
              <a:buFont typeface="Arial"/>
              <a:buNone/>
            </a:pPr>
            <a:endParaRPr sz="1600" b="0" i="0" u="none" strike="noStrike" cap="none">
              <a:solidFill>
                <a:srgbClr val="000000"/>
              </a:solidFill>
              <a:latin typeface="Open Sans"/>
              <a:ea typeface="Open Sans"/>
              <a:cs typeface="Open Sans"/>
              <a:sym typeface="Open Sans"/>
            </a:endParaRPr>
          </a:p>
        </p:txBody>
      </p:sp>
      <p:pic>
        <p:nvPicPr>
          <p:cNvPr id="3" name="Picture 2">
            <a:extLst>
              <a:ext uri="{FF2B5EF4-FFF2-40B4-BE49-F238E27FC236}">
                <a16:creationId xmlns="" xmlns:a16="http://schemas.microsoft.com/office/drawing/2014/main" id="{671CD2DD-ADC8-B625-5910-7EF01BC1A12C}"/>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38349707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11"/>
          <p:cNvSpPr txBox="1"/>
          <p:nvPr/>
        </p:nvSpPr>
        <p:spPr>
          <a:xfrm>
            <a:off x="971551" y="397575"/>
            <a:ext cx="9008100" cy="342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2.2. </a:t>
            </a:r>
            <a:r>
              <a:rPr lang="en-US" sz="2000" b="1" i="0" u="none" strike="noStrike" cap="none" dirty="0">
                <a:solidFill>
                  <a:srgbClr val="FFFFFF"/>
                </a:solidFill>
                <a:latin typeface="Open Sans"/>
                <a:ea typeface="Open Sans"/>
                <a:cs typeface="Open Sans"/>
                <a:sym typeface="Open Sans"/>
              </a:rPr>
              <a:t>PHÂN HỆ QUẢN LÝ, TỔNG HỢP KẾT QUẢ THỰC HIỆN CÔNG VIỆC</a:t>
            </a:r>
            <a:endParaRPr sz="2000" b="0" i="0" u="none" strike="noStrike" cap="none" dirty="0">
              <a:solidFill>
                <a:srgbClr val="FFFFFF"/>
              </a:solidFill>
              <a:latin typeface="Open Sans"/>
              <a:ea typeface="Open Sans"/>
              <a:cs typeface="Open Sans"/>
              <a:sym typeface="Open Sans"/>
            </a:endParaRPr>
          </a:p>
        </p:txBody>
      </p:sp>
      <p:pic>
        <p:nvPicPr>
          <p:cNvPr id="394" name="Google Shape;394;p11"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3" name="Picture 2">
            <a:extLst>
              <a:ext uri="{FF2B5EF4-FFF2-40B4-BE49-F238E27FC236}">
                <a16:creationId xmlns="" xmlns:a16="http://schemas.microsoft.com/office/drawing/2014/main" id="{25215A8D-59D7-8519-5ACD-78FE5379809E}"/>
              </a:ext>
            </a:extLst>
          </p:cNvPr>
          <p:cNvPicPr>
            <a:picLocks noChangeAspect="1"/>
          </p:cNvPicPr>
          <p:nvPr/>
        </p:nvPicPr>
        <p:blipFill>
          <a:blip r:embed="rId4"/>
          <a:stretch>
            <a:fillRect/>
          </a:stretch>
        </p:blipFill>
        <p:spPr>
          <a:xfrm>
            <a:off x="0" y="0"/>
            <a:ext cx="12192000" cy="6747724"/>
          </a:xfrm>
          <a:prstGeom prst="rect">
            <a:avLst/>
          </a:prstGeom>
        </p:spPr>
      </p:pic>
    </p:spTree>
    <p:extLst>
      <p:ext uri="{BB962C8B-B14F-4D97-AF65-F5344CB8AC3E}">
        <p14:creationId xmlns:p14="http://schemas.microsoft.com/office/powerpoint/2010/main" val="14372032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2"/>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2.4</a:t>
            </a:r>
            <a:r>
              <a:rPr lang="en-US" sz="2000" b="1" i="0" u="none" strike="noStrike" cap="none" dirty="0">
                <a:solidFill>
                  <a:srgbClr val="FFFFFF"/>
                </a:solidFill>
                <a:latin typeface="Open Sans"/>
                <a:ea typeface="Open Sans"/>
                <a:cs typeface="Open Sans"/>
                <a:sym typeface="Open Sans"/>
              </a:rPr>
              <a:t>. PHÂN HỆ ĐÁNH GIÁ </a:t>
            </a:r>
            <a:r>
              <a:rPr lang="en-US" sz="2000" b="1" dirty="0">
                <a:solidFill>
                  <a:srgbClr val="FFFFFF"/>
                </a:solidFill>
                <a:latin typeface="Open Sans"/>
                <a:ea typeface="Open Sans"/>
                <a:cs typeface="Open Sans"/>
                <a:sym typeface="Open Sans"/>
              </a:rPr>
              <a:t>ĐẢNG VIÊN</a:t>
            </a:r>
            <a:endParaRPr sz="2000" b="0" i="0" u="none" strike="noStrike" cap="none" dirty="0">
              <a:solidFill>
                <a:srgbClr val="FFFFFF"/>
              </a:solidFill>
              <a:latin typeface="Open Sans"/>
              <a:ea typeface="Open Sans"/>
              <a:cs typeface="Open Sans"/>
              <a:sym typeface="Open Sans"/>
            </a:endParaRPr>
          </a:p>
        </p:txBody>
      </p:sp>
      <p:pic>
        <p:nvPicPr>
          <p:cNvPr id="402" name="Google Shape;402;p12"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3" name="Picture 2">
            <a:extLst>
              <a:ext uri="{FF2B5EF4-FFF2-40B4-BE49-F238E27FC236}">
                <a16:creationId xmlns="" xmlns:a16="http://schemas.microsoft.com/office/drawing/2014/main" id="{49714AA2-1558-6FF8-3AD7-67211EF7EEED}"/>
              </a:ext>
            </a:extLst>
          </p:cNvPr>
          <p:cNvPicPr>
            <a:picLocks noChangeAspect="1"/>
          </p:cNvPicPr>
          <p:nvPr/>
        </p:nvPicPr>
        <p:blipFill>
          <a:blip r:embed="rId4"/>
          <a:stretch>
            <a:fillRect/>
          </a:stretch>
        </p:blipFill>
        <p:spPr>
          <a:xfrm>
            <a:off x="586704" y="181777"/>
            <a:ext cx="10633753" cy="6770670"/>
          </a:xfrm>
          <a:prstGeom prst="rect">
            <a:avLst/>
          </a:prstGeom>
        </p:spPr>
      </p:pic>
    </p:spTree>
    <p:extLst>
      <p:ext uri="{BB962C8B-B14F-4D97-AF65-F5344CB8AC3E}">
        <p14:creationId xmlns:p14="http://schemas.microsoft.com/office/powerpoint/2010/main" val="17975280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3"/>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a:buNone/>
            </a:pPr>
            <a:r>
              <a:rPr lang="en-US" sz="2000" b="1" dirty="0">
                <a:solidFill>
                  <a:srgbClr val="FFFFFF"/>
                </a:solidFill>
                <a:latin typeface="Open Sans"/>
                <a:ea typeface="Open Sans"/>
                <a:cs typeface="Open Sans"/>
                <a:sym typeface="Open Sans"/>
              </a:rPr>
              <a:t>04</a:t>
            </a:r>
            <a:r>
              <a:rPr lang="en-US" sz="2000" b="1" i="0" u="none" strike="noStrike" cap="none" dirty="0">
                <a:solidFill>
                  <a:srgbClr val="FFFFFF"/>
                </a:solidFill>
                <a:latin typeface="Open Sans"/>
                <a:ea typeface="Open Sans"/>
                <a:cs typeface="Open Sans"/>
                <a:sym typeface="Open Sans"/>
              </a:rPr>
              <a:t>. PHÂN HỆ ĐÁNH GIÁ CƠ QUAN, TỔ CHỨC ĐẢNG</a:t>
            </a:r>
            <a:endParaRPr sz="2000" b="0" i="0" u="none" strike="noStrike" cap="none" dirty="0">
              <a:solidFill>
                <a:srgbClr val="FFFFFF"/>
              </a:solidFill>
              <a:latin typeface="Open Sans"/>
              <a:ea typeface="Open Sans"/>
              <a:cs typeface="Open Sans"/>
              <a:sym typeface="Open Sans"/>
            </a:endParaRPr>
          </a:p>
        </p:txBody>
      </p:sp>
      <p:pic>
        <p:nvPicPr>
          <p:cNvPr id="410" name="Google Shape;410;p13" descr="A blue logo with black background&#10;&#10;AI-generated content may be incorrect."/>
          <p:cNvPicPr preferRelativeResize="0"/>
          <p:nvPr/>
        </p:nvPicPr>
        <p:blipFill rotWithShape="1">
          <a:blip r:embed="rId3">
            <a:alphaModFix/>
          </a:blip>
          <a:srcRect/>
          <a:stretch/>
        </p:blipFill>
        <p:spPr>
          <a:xfrm>
            <a:off x="11220457" y="181777"/>
            <a:ext cx="591998" cy="763591"/>
          </a:xfrm>
          <a:prstGeom prst="rect">
            <a:avLst/>
          </a:prstGeom>
          <a:noFill/>
          <a:ln>
            <a:noFill/>
          </a:ln>
        </p:spPr>
      </p:pic>
      <p:pic>
        <p:nvPicPr>
          <p:cNvPr id="3" name="Picture 2">
            <a:extLst>
              <a:ext uri="{FF2B5EF4-FFF2-40B4-BE49-F238E27FC236}">
                <a16:creationId xmlns="" xmlns:a16="http://schemas.microsoft.com/office/drawing/2014/main" id="{40EFAD57-E382-0FBC-9F40-669627DE0E32}"/>
              </a:ext>
            </a:extLst>
          </p:cNvPr>
          <p:cNvPicPr>
            <a:picLocks noChangeAspect="1"/>
          </p:cNvPicPr>
          <p:nvPr/>
        </p:nvPicPr>
        <p:blipFill>
          <a:blip r:embed="rId4"/>
          <a:stretch>
            <a:fillRect/>
          </a:stretch>
        </p:blipFill>
        <p:spPr>
          <a:xfrm>
            <a:off x="0" y="1025270"/>
            <a:ext cx="12192000" cy="5435158"/>
          </a:xfrm>
          <a:prstGeom prst="rect">
            <a:avLst/>
          </a:prstGeom>
        </p:spPr>
      </p:pic>
    </p:spTree>
    <p:extLst>
      <p:ext uri="{BB962C8B-B14F-4D97-AF65-F5344CB8AC3E}">
        <p14:creationId xmlns:p14="http://schemas.microsoft.com/office/powerpoint/2010/main" val="37542781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p:txBody>
          <a:bodyPr/>
          <a:lstStyle/>
          <a:p>
            <a:pPr>
              <a:defRPr/>
            </a:pPr>
            <a:endParaRPr lang="en-US" altLang="en-US" dirty="0"/>
          </a:p>
        </p:txBody>
      </p:sp>
      <p:pic>
        <p:nvPicPr>
          <p:cNvPr id="2" name="Picture 1"/>
          <p:cNvPicPr>
            <a:picLocks noChangeAspect="1"/>
          </p:cNvPicPr>
          <p:nvPr/>
        </p:nvPicPr>
        <p:blipFill>
          <a:blip r:embed="rId3"/>
          <a:stretch>
            <a:fillRect/>
          </a:stretch>
        </p:blipFill>
        <p:spPr>
          <a:xfrm>
            <a:off x="28320" y="430200"/>
            <a:ext cx="12163680" cy="6108700"/>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4"/>
          <a:stretch>
            <a:fillRect/>
          </a:stretch>
        </p:blipFill>
        <p:spPr>
          <a:xfrm>
            <a:off x="28320" y="0"/>
            <a:ext cx="12163680" cy="7334751"/>
          </a:xfrm>
          <a:prstGeom prst="rect">
            <a:avLst/>
          </a:prstGeom>
        </p:spPr>
      </p:pic>
    </p:spTree>
    <p:extLst>
      <p:ext uri="{BB962C8B-B14F-4D97-AF65-F5344CB8AC3E}">
        <p14:creationId xmlns:p14="http://schemas.microsoft.com/office/powerpoint/2010/main" val="133137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p:txBody>
          <a:bodyPr/>
          <a:lstStyle/>
          <a:p>
            <a:pPr>
              <a:defRPr/>
            </a:pPr>
            <a:endParaRPr lang="en-US" altLang="en-US" dirty="0"/>
          </a:p>
        </p:txBody>
      </p:sp>
      <p:pic>
        <p:nvPicPr>
          <p:cNvPr id="7" name="Picture 6">
            <a:extLst>
              <a:ext uri="{FF2B5EF4-FFF2-40B4-BE49-F238E27FC236}">
                <a16:creationId xmlns="" xmlns:a16="http://schemas.microsoft.com/office/drawing/2014/main" id="{8EE406BB-A0B5-851C-859A-3F839C802C04}"/>
              </a:ext>
            </a:extLst>
          </p:cNvPr>
          <p:cNvPicPr>
            <a:picLocks noChangeAspect="1"/>
          </p:cNvPicPr>
          <p:nvPr/>
        </p:nvPicPr>
        <p:blipFill>
          <a:blip r:embed="rId3"/>
          <a:stretch>
            <a:fillRect/>
          </a:stretch>
        </p:blipFill>
        <p:spPr>
          <a:xfrm>
            <a:off x="25112" y="-14184"/>
            <a:ext cx="12166888" cy="6872184"/>
          </a:xfrm>
          <a:prstGeom prst="rect">
            <a:avLst/>
          </a:prstGeom>
        </p:spPr>
      </p:pic>
    </p:spTree>
    <p:extLst>
      <p:ext uri="{BB962C8B-B14F-4D97-AF65-F5344CB8AC3E}">
        <p14:creationId xmlns:p14="http://schemas.microsoft.com/office/powerpoint/2010/main" val="361209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847F382-2776-BD51-44A5-B7F832B0D62A}"/>
            </a:ext>
          </a:extLst>
        </p:cNvPr>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8C880E40-4520-D799-42B2-200F48A0EBF0}"/>
              </a:ext>
            </a:extLst>
          </p:cNvPr>
          <p:cNvSpPr>
            <a:spLocks noGrp="1"/>
          </p:cNvSpPr>
          <p:nvPr>
            <p:ph type="sldNum" idx="4294967295"/>
          </p:nvPr>
        </p:nvSpPr>
        <p:spPr/>
        <p:txBody>
          <a:bodyPr/>
          <a:lstStyle/>
          <a:p>
            <a:pPr>
              <a:defRPr/>
            </a:pPr>
            <a:endParaRPr lang="en-US" altLang="en-US" dirty="0"/>
          </a:p>
        </p:txBody>
      </p:sp>
      <p:pic>
        <p:nvPicPr>
          <p:cNvPr id="2" name="Picture 1"/>
          <p:cNvPicPr>
            <a:picLocks noChangeAspect="1"/>
          </p:cNvPicPr>
          <p:nvPr/>
        </p:nvPicPr>
        <p:blipFill>
          <a:blip r:embed="rId3"/>
          <a:stretch>
            <a:fillRect/>
          </a:stretch>
        </p:blipFill>
        <p:spPr>
          <a:xfrm>
            <a:off x="84842" y="30805"/>
            <a:ext cx="11982112" cy="6827195"/>
          </a:xfrm>
          <a:prstGeom prst="rect">
            <a:avLst/>
          </a:prstGeom>
        </p:spPr>
      </p:pic>
    </p:spTree>
    <p:extLst>
      <p:ext uri="{BB962C8B-B14F-4D97-AF65-F5344CB8AC3E}">
        <p14:creationId xmlns:p14="http://schemas.microsoft.com/office/powerpoint/2010/main" val="3689478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p:txBody>
          <a:bodyPr/>
          <a:lstStyle/>
          <a:p>
            <a:pPr>
              <a:defRPr/>
            </a:pPr>
            <a:endParaRPr lang="en-US" altLang="en-US" dirty="0"/>
          </a:p>
        </p:txBody>
      </p:sp>
      <p:pic>
        <p:nvPicPr>
          <p:cNvPr id="2" name="Picture 1"/>
          <p:cNvPicPr>
            <a:picLocks noChangeAspect="1"/>
          </p:cNvPicPr>
          <p:nvPr/>
        </p:nvPicPr>
        <p:blipFill>
          <a:blip r:embed="rId3"/>
          <a:stretch>
            <a:fillRect/>
          </a:stretch>
        </p:blipFill>
        <p:spPr>
          <a:xfrm>
            <a:off x="0" y="0"/>
            <a:ext cx="12141428" cy="6946900"/>
          </a:xfrm>
          <a:prstGeom prst="rect">
            <a:avLst/>
          </a:prstGeom>
        </p:spPr>
      </p:pic>
    </p:spTree>
    <p:extLst>
      <p:ext uri="{BB962C8B-B14F-4D97-AF65-F5344CB8AC3E}">
        <p14:creationId xmlns:p14="http://schemas.microsoft.com/office/powerpoint/2010/main" val="2222891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p:txBody>
          <a:bodyPr/>
          <a:lstStyle/>
          <a:p>
            <a:pPr>
              <a:defRPr/>
            </a:pPr>
            <a:endParaRPr lang="en-US" altLang="en-US" dirty="0"/>
          </a:p>
        </p:txBody>
      </p:sp>
      <p:pic>
        <p:nvPicPr>
          <p:cNvPr id="12" name="Picture 11"/>
          <p:cNvPicPr>
            <a:picLocks noChangeAspect="1"/>
          </p:cNvPicPr>
          <p:nvPr/>
        </p:nvPicPr>
        <p:blipFill>
          <a:blip r:embed="rId3"/>
          <a:stretch>
            <a:fillRect/>
          </a:stretch>
        </p:blipFill>
        <p:spPr>
          <a:xfrm>
            <a:off x="0" y="152400"/>
            <a:ext cx="6397798" cy="6480150"/>
          </a:xfrm>
          <a:prstGeom prst="rect">
            <a:avLst/>
          </a:prstGeom>
        </p:spPr>
      </p:pic>
      <p:pic>
        <p:nvPicPr>
          <p:cNvPr id="13" name="Picture 12"/>
          <p:cNvPicPr>
            <a:picLocks noChangeAspect="1"/>
          </p:cNvPicPr>
          <p:nvPr/>
        </p:nvPicPr>
        <p:blipFill>
          <a:blip r:embed="rId4"/>
          <a:stretch>
            <a:fillRect/>
          </a:stretch>
        </p:blipFill>
        <p:spPr>
          <a:xfrm>
            <a:off x="6495073" y="0"/>
            <a:ext cx="5561396" cy="7436152"/>
          </a:xfrm>
          <a:prstGeom prst="rect">
            <a:avLst/>
          </a:prstGeom>
        </p:spPr>
      </p:pic>
    </p:spTree>
    <p:extLst>
      <p:ext uri="{BB962C8B-B14F-4D97-AF65-F5344CB8AC3E}">
        <p14:creationId xmlns:p14="http://schemas.microsoft.com/office/powerpoint/2010/main" val="40625721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p:txBody>
          <a:bodyPr/>
          <a:lstStyle/>
          <a:p>
            <a:pPr>
              <a:defRPr/>
            </a:pPr>
            <a:endParaRPr lang="en-US" altLang="en-US" dirty="0"/>
          </a:p>
        </p:txBody>
      </p:sp>
      <p:pic>
        <p:nvPicPr>
          <p:cNvPr id="5" name="Picture 4"/>
          <p:cNvPicPr>
            <a:picLocks noChangeAspect="1"/>
          </p:cNvPicPr>
          <p:nvPr/>
        </p:nvPicPr>
        <p:blipFill>
          <a:blip r:embed="rId3"/>
          <a:stretch>
            <a:fillRect/>
          </a:stretch>
        </p:blipFill>
        <p:spPr>
          <a:xfrm>
            <a:off x="0" y="-6670"/>
            <a:ext cx="12192000" cy="6819779"/>
          </a:xfrm>
          <a:prstGeom prst="rect">
            <a:avLst/>
          </a:prstGeom>
        </p:spPr>
      </p:pic>
    </p:spTree>
    <p:extLst>
      <p:ext uri="{BB962C8B-B14F-4D97-AF65-F5344CB8AC3E}">
        <p14:creationId xmlns:p14="http://schemas.microsoft.com/office/powerpoint/2010/main" val="1004423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p:txBody>
          <a:bodyPr/>
          <a:lstStyle/>
          <a:p>
            <a:pPr>
              <a:defRPr/>
            </a:pPr>
            <a:endParaRPr lang="en-US" alt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3493840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18"/>
          <p:cNvSpPr txBox="1">
            <a:spLocks noGrp="1"/>
          </p:cNvSpPr>
          <p:nvPr>
            <p:ph type="sldNum" idx="4294967295"/>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endParaRPr/>
          </a:p>
        </p:txBody>
      </p:sp>
      <p:pic>
        <p:nvPicPr>
          <p:cNvPr id="452" name="Google Shape;452;p18"/>
          <p:cNvPicPr preferRelativeResize="0"/>
          <p:nvPr/>
        </p:nvPicPr>
        <p:blipFill rotWithShape="1">
          <a:blip r:embed="rId3">
            <a:alphaModFix/>
          </a:blip>
          <a:srcRect/>
          <a:stretch/>
        </p:blipFill>
        <p:spPr>
          <a:xfrm>
            <a:off x="0" y="564204"/>
            <a:ext cx="6129325" cy="5946032"/>
          </a:xfrm>
          <a:prstGeom prst="rect">
            <a:avLst/>
          </a:prstGeom>
          <a:noFill/>
          <a:ln>
            <a:noFill/>
          </a:ln>
        </p:spPr>
      </p:pic>
      <p:pic>
        <p:nvPicPr>
          <p:cNvPr id="453" name="Google Shape;453;p18"/>
          <p:cNvPicPr preferRelativeResize="0"/>
          <p:nvPr/>
        </p:nvPicPr>
        <p:blipFill rotWithShape="1">
          <a:blip r:embed="rId4">
            <a:alphaModFix/>
          </a:blip>
          <a:srcRect/>
          <a:stretch/>
        </p:blipFill>
        <p:spPr>
          <a:xfrm>
            <a:off x="6106614" y="87544"/>
            <a:ext cx="6085386" cy="662453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19"/>
          <p:cNvSpPr txBox="1">
            <a:spLocks noGrp="1"/>
          </p:cNvSpPr>
          <p:nvPr>
            <p:ph type="sldNum" idx="4294967295"/>
          </p:nvPr>
        </p:nvSpPr>
        <p:spPr>
          <a:xfrm>
            <a:off x="8610689" y="6356350"/>
            <a:ext cx="2743314"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endParaRPr/>
          </a:p>
        </p:txBody>
      </p:sp>
      <p:pic>
        <p:nvPicPr>
          <p:cNvPr id="460" name="Google Shape;460;p19"/>
          <p:cNvPicPr preferRelativeResize="0"/>
          <p:nvPr/>
        </p:nvPicPr>
        <p:blipFill rotWithShape="1">
          <a:blip r:embed="rId3">
            <a:alphaModFix/>
          </a:blip>
          <a:srcRect/>
          <a:stretch/>
        </p:blipFill>
        <p:spPr>
          <a:xfrm>
            <a:off x="0" y="0"/>
            <a:ext cx="5442579" cy="6858000"/>
          </a:xfrm>
          <a:prstGeom prst="rect">
            <a:avLst/>
          </a:prstGeom>
          <a:solidFill>
            <a:schemeClr val="lt1"/>
          </a:solidFill>
          <a:ln w="9525" cap="flat" cmpd="sng">
            <a:solidFill>
              <a:srgbClr val="A8CAEE"/>
            </a:solidFill>
            <a:prstDash val="solid"/>
            <a:round/>
            <a:headEnd type="none" w="sm" len="sm"/>
            <a:tailEnd type="none" w="sm" len="sm"/>
          </a:ln>
        </p:spPr>
      </p:pic>
      <p:pic>
        <p:nvPicPr>
          <p:cNvPr id="461" name="Google Shape;461;p19"/>
          <p:cNvPicPr preferRelativeResize="0"/>
          <p:nvPr/>
        </p:nvPicPr>
        <p:blipFill rotWithShape="1">
          <a:blip r:embed="rId4">
            <a:alphaModFix/>
          </a:blip>
          <a:srcRect/>
          <a:stretch/>
        </p:blipFill>
        <p:spPr>
          <a:xfrm>
            <a:off x="5645057" y="710119"/>
            <a:ext cx="6473641" cy="5369668"/>
          </a:xfrm>
          <a:prstGeom prst="rect">
            <a:avLst/>
          </a:prstGeom>
          <a:solidFill>
            <a:schemeClr val="lt1"/>
          </a:solidFill>
          <a:ln w="9525" cap="flat" cmpd="sng">
            <a:solidFill>
              <a:srgbClr val="A8CAEE"/>
            </a:solidFill>
            <a:prstDash val="solid"/>
            <a:round/>
            <a:headEnd type="none" w="sm" len="sm"/>
            <a:tailEnd type="none" w="sm" len="sm"/>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panose="00000500000000000000"/>
              <a:buNone/>
            </a:pPr>
            <a:r>
              <a:rPr lang="en-US" sz="20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panose="00000500000000000000"/>
              </a:rPr>
              <a:t>DASHBOARD DÀNH CHO LÃNH ĐẠO TỈNH</a:t>
            </a:r>
            <a:endParaRPr sz="2000" b="0"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panose="00000500000000000000"/>
            </a:endParaRPr>
          </a:p>
        </p:txBody>
      </p:sp>
      <p:pic>
        <p:nvPicPr>
          <p:cNvPr id="4" name="Picture 3">
            <a:extLst>
              <a:ext uri="{FF2B5EF4-FFF2-40B4-BE49-F238E27FC236}">
                <a16:creationId xmlns="" xmlns:a16="http://schemas.microsoft.com/office/drawing/2014/main" id="{B3A169C6-3A41-4AFD-DF8A-A099DA844E1E}"/>
              </a:ext>
            </a:extLst>
          </p:cNvPr>
          <p:cNvPicPr>
            <a:picLocks noChangeAspect="1"/>
          </p:cNvPicPr>
          <p:nvPr/>
        </p:nvPicPr>
        <p:blipFill>
          <a:blip r:embed="rId3"/>
          <a:stretch>
            <a:fillRect/>
          </a:stretch>
        </p:blipFill>
        <p:spPr>
          <a:xfrm>
            <a:off x="785812" y="0"/>
            <a:ext cx="10620375" cy="6858000"/>
          </a:xfrm>
          <a:prstGeom prst="rect">
            <a:avLst/>
          </a:prstGeom>
        </p:spPr>
      </p:pic>
    </p:spTree>
    <p:extLst>
      <p:ext uri="{BB962C8B-B14F-4D97-AF65-F5344CB8AC3E}">
        <p14:creationId xmlns:p14="http://schemas.microsoft.com/office/powerpoint/2010/main" val="12539090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panose="00000500000000000000"/>
              <a:buNone/>
            </a:pPr>
            <a:r>
              <a:rPr lang="en-US" sz="20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panose="00000500000000000000"/>
              </a:rPr>
              <a:t>DASHBOARD DÀNH CHO LÃNH ĐẠO SỞ/XÃ/PHƯỜNG</a:t>
            </a:r>
            <a:endParaRPr sz="2000" b="0"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panose="00000500000000000000"/>
            </a:endParaRPr>
          </a:p>
        </p:txBody>
      </p:sp>
      <p:pic>
        <p:nvPicPr>
          <p:cNvPr id="2" name="Picture 1"/>
          <p:cNvPicPr>
            <a:picLocks noChangeAspect="1"/>
          </p:cNvPicPr>
          <p:nvPr/>
        </p:nvPicPr>
        <p:blipFill>
          <a:blip r:embed="rId3"/>
          <a:stretch>
            <a:fillRect/>
          </a:stretch>
        </p:blipFill>
        <p:spPr>
          <a:xfrm>
            <a:off x="2217907" y="17266"/>
            <a:ext cx="7053094" cy="68423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77614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p:nvPr/>
        </p:nvSpPr>
        <p:spPr>
          <a:xfrm>
            <a:off x="971543" y="397572"/>
            <a:ext cx="8192116" cy="3419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2000"/>
              <a:buFont typeface="Montserrat" panose="00000500000000000000"/>
              <a:buNone/>
            </a:pPr>
            <a:r>
              <a:rPr lang="en-US" sz="20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panose="00000500000000000000"/>
              </a:rPr>
              <a:t>DASHBOARD DÀNH CHO LÃNH ĐẠO TỈNH</a:t>
            </a:r>
            <a:endParaRPr sz="2000" b="0"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panose="00000500000000000000"/>
            </a:endParaRPr>
          </a:p>
        </p:txBody>
      </p:sp>
      <p:pic>
        <p:nvPicPr>
          <p:cNvPr id="3" name="Picture 2"/>
          <p:cNvPicPr>
            <a:picLocks noChangeAspect="1"/>
          </p:cNvPicPr>
          <p:nvPr/>
        </p:nvPicPr>
        <p:blipFill>
          <a:blip r:embed="rId3"/>
          <a:stretch>
            <a:fillRect/>
          </a:stretch>
        </p:blipFill>
        <p:spPr>
          <a:xfrm>
            <a:off x="3526970" y="0"/>
            <a:ext cx="5089341"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744208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89" name="Google Shape;489;p23" descr="HÃ¬nh áº£nh cÃ³ liÃªn quan"/>
          <p:cNvPicPr preferRelativeResize="0"/>
          <p:nvPr/>
        </p:nvPicPr>
        <p:blipFill rotWithShape="1">
          <a:blip r:embed="rId3">
            <a:alphaModFix/>
          </a:blip>
          <a:srcRect/>
          <a:stretch/>
        </p:blipFill>
        <p:spPr>
          <a:xfrm>
            <a:off x="-24309" y="0"/>
            <a:ext cx="6362700" cy="6858000"/>
          </a:xfrm>
          <a:prstGeom prst="rect">
            <a:avLst/>
          </a:prstGeom>
          <a:noFill/>
          <a:ln>
            <a:noFill/>
          </a:ln>
        </p:spPr>
      </p:pic>
      <p:pic>
        <p:nvPicPr>
          <p:cNvPr id="490" name="Google Shape;490;p23"/>
          <p:cNvPicPr preferRelativeResize="0"/>
          <p:nvPr/>
        </p:nvPicPr>
        <p:blipFill rotWithShape="1">
          <a:blip r:embed="rId4">
            <a:alphaModFix/>
          </a:blip>
          <a:srcRect/>
          <a:stretch/>
        </p:blipFill>
        <p:spPr>
          <a:xfrm flipH="1">
            <a:off x="4746609" y="0"/>
            <a:ext cx="7445392" cy="6858000"/>
          </a:xfrm>
          <a:prstGeom prst="rect">
            <a:avLst/>
          </a:prstGeom>
          <a:noFill/>
          <a:ln>
            <a:noFill/>
          </a:ln>
        </p:spPr>
      </p:pic>
      <p:grpSp>
        <p:nvGrpSpPr>
          <p:cNvPr id="491" name="Google Shape;491;p23"/>
          <p:cNvGrpSpPr/>
          <p:nvPr/>
        </p:nvGrpSpPr>
        <p:grpSpPr>
          <a:xfrm>
            <a:off x="12601576" y="0"/>
            <a:ext cx="3797404" cy="6858000"/>
            <a:chOff x="12601575" y="0"/>
            <a:chExt cx="3797403" cy="6858000"/>
          </a:xfrm>
        </p:grpSpPr>
        <p:sp>
          <p:nvSpPr>
            <p:cNvPr id="492" name="Google Shape;492;p23"/>
            <p:cNvSpPr/>
            <p:nvPr/>
          </p:nvSpPr>
          <p:spPr>
            <a:xfrm>
              <a:off x="13899126" y="0"/>
              <a:ext cx="2499852" cy="6858000"/>
            </a:xfrm>
            <a:prstGeom prst="parallelogram">
              <a:avLst>
                <a:gd name="adj" fmla="val 69961"/>
              </a:avLst>
            </a:prstGeom>
            <a:solidFill>
              <a:srgbClr val="FFFFFF">
                <a:alpha val="28235"/>
              </a:srgbClr>
            </a:solidFill>
            <a:ln>
              <a:noFill/>
            </a:ln>
          </p:spPr>
          <p:txBody>
            <a:bodyPr spcFirstLastPara="1" wrap="square" lIns="45700" tIns="22850" rIns="45700" bIns="228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493" name="Google Shape;493;p23"/>
            <p:cNvSpPr/>
            <p:nvPr/>
          </p:nvSpPr>
          <p:spPr>
            <a:xfrm>
              <a:off x="12601575" y="0"/>
              <a:ext cx="2499852" cy="6858000"/>
            </a:xfrm>
            <a:prstGeom prst="parallelogram">
              <a:avLst>
                <a:gd name="adj" fmla="val 69961"/>
              </a:avLst>
            </a:prstGeom>
            <a:solidFill>
              <a:srgbClr val="FFFFFF">
                <a:alpha val="28235"/>
              </a:srgbClr>
            </a:solidFill>
            <a:ln>
              <a:noFill/>
            </a:ln>
          </p:spPr>
          <p:txBody>
            <a:bodyPr spcFirstLastPara="1" wrap="square" lIns="45700" tIns="22850" rIns="45700" bIns="228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grpSp>
      <p:sp>
        <p:nvSpPr>
          <p:cNvPr id="494" name="Google Shape;494;p23"/>
          <p:cNvSpPr txBox="1">
            <a:spLocks noGrp="1"/>
          </p:cNvSpPr>
          <p:nvPr>
            <p:ph type="sldNum" idx="12"/>
          </p:nvPr>
        </p:nvSpPr>
        <p:spPr>
          <a:xfrm>
            <a:off x="8610600" y="6356351"/>
            <a:ext cx="2743200" cy="365125"/>
          </a:xfrm>
          <a:prstGeom prst="rect">
            <a:avLst/>
          </a:prstGeom>
          <a:noFill/>
          <a:ln>
            <a:noFill/>
          </a:ln>
        </p:spPr>
        <p:txBody>
          <a:bodyPr spcFirstLastPara="1" wrap="square" lIns="45700" tIns="22850" rIns="45700" bIns="22850" anchor="ctr" anchorCtr="0">
            <a:noAutofit/>
          </a:bodyPr>
          <a:lstStyle/>
          <a:p>
            <a:pPr marL="0" lvl="0" indent="0" algn="r" rtl="0">
              <a:lnSpc>
                <a:spcPct val="100000"/>
              </a:lnSpc>
              <a:spcBef>
                <a:spcPts val="0"/>
              </a:spcBef>
              <a:spcAft>
                <a:spcPts val="0"/>
              </a:spcAft>
              <a:buSzPts val="2400"/>
              <a:buNone/>
            </a:pPr>
            <a:fld id="{00000000-1234-1234-1234-123412341234}" type="slidenum">
              <a:rPr lang="en-US">
                <a:latin typeface="Open Sans"/>
                <a:ea typeface="Open Sans"/>
                <a:cs typeface="Open Sans"/>
                <a:sym typeface="Open Sans"/>
              </a:rPr>
              <a:t>37</a:t>
            </a:fld>
            <a:endParaRPr>
              <a:latin typeface="Open Sans"/>
              <a:ea typeface="Open Sans"/>
              <a:cs typeface="Open Sans"/>
              <a:sym typeface="Open Sans"/>
            </a:endParaRPr>
          </a:p>
        </p:txBody>
      </p:sp>
      <p:sp>
        <p:nvSpPr>
          <p:cNvPr id="495" name="Google Shape;495;p23"/>
          <p:cNvSpPr txBox="1"/>
          <p:nvPr/>
        </p:nvSpPr>
        <p:spPr>
          <a:xfrm>
            <a:off x="7128548" y="3292794"/>
            <a:ext cx="4332000" cy="1555200"/>
          </a:xfrm>
          <a:prstGeom prst="rect">
            <a:avLst/>
          </a:prstGeom>
          <a:noFill/>
          <a:ln>
            <a:noFill/>
          </a:ln>
        </p:spPr>
        <p:txBody>
          <a:bodyPr spcFirstLastPara="1" wrap="square" lIns="91425" tIns="45725" rIns="91425" bIns="45725" anchor="ctr" anchorCtr="0">
            <a:noAutofit/>
          </a:bodyPr>
          <a:lstStyle/>
          <a:p>
            <a:pPr marL="0" marR="0" lvl="0" indent="0" algn="ctr" rtl="0">
              <a:lnSpc>
                <a:spcPct val="150000"/>
              </a:lnSpc>
              <a:spcBef>
                <a:spcPts val="0"/>
              </a:spcBef>
              <a:spcAft>
                <a:spcPts val="0"/>
              </a:spcAft>
              <a:buClr>
                <a:schemeClr val="lt1"/>
              </a:buClr>
              <a:buSzPts val="4400"/>
              <a:buFont typeface="Montserrat"/>
              <a:buNone/>
            </a:pPr>
            <a:r>
              <a:rPr lang="en-US" sz="4400" b="1" i="0" u="none" strike="noStrike" cap="none">
                <a:solidFill>
                  <a:schemeClr val="lt1"/>
                </a:solidFill>
                <a:latin typeface="Open Sans"/>
                <a:ea typeface="Open Sans"/>
                <a:cs typeface="Open Sans"/>
                <a:sym typeface="Open Sans"/>
              </a:rPr>
              <a:t>TRÂN TRỌNG </a:t>
            </a:r>
            <a:endParaRPr sz="900" b="0" i="0" u="none" strike="noStrike" cap="none">
              <a:solidFill>
                <a:srgbClr val="000000"/>
              </a:solidFill>
              <a:latin typeface="Open Sans"/>
              <a:ea typeface="Open Sans"/>
              <a:cs typeface="Open Sans"/>
              <a:sym typeface="Open Sans"/>
            </a:endParaRPr>
          </a:p>
          <a:p>
            <a:pPr marL="0" marR="0" lvl="0" indent="0" algn="ctr" rtl="0">
              <a:lnSpc>
                <a:spcPct val="90000"/>
              </a:lnSpc>
              <a:spcBef>
                <a:spcPts val="0"/>
              </a:spcBef>
              <a:spcAft>
                <a:spcPts val="0"/>
              </a:spcAft>
              <a:buClr>
                <a:schemeClr val="lt1"/>
              </a:buClr>
              <a:buSzPts val="4400"/>
              <a:buFont typeface="Montserrat"/>
              <a:buNone/>
            </a:pPr>
            <a:r>
              <a:rPr lang="en-US" sz="4400" b="1" i="0" u="none" strike="noStrike" cap="none">
                <a:solidFill>
                  <a:schemeClr val="lt1"/>
                </a:solidFill>
                <a:latin typeface="Open Sans"/>
                <a:ea typeface="Open Sans"/>
                <a:cs typeface="Open Sans"/>
                <a:sym typeface="Open Sans"/>
              </a:rPr>
              <a:t>CẢM ƠN !</a:t>
            </a:r>
            <a:endParaRPr sz="900" b="0" i="0" u="none" strike="noStrike" cap="none">
              <a:solidFill>
                <a:srgbClr val="000000"/>
              </a:solidFill>
              <a:latin typeface="Open Sans"/>
              <a:ea typeface="Open Sans"/>
              <a:cs typeface="Open Sans"/>
              <a:sym typeface="Open Sans"/>
            </a:endParaRPr>
          </a:p>
        </p:txBody>
      </p:sp>
      <p:pic>
        <p:nvPicPr>
          <p:cNvPr id="496" name="Google Shape;496;p23" descr="preencoded.png"/>
          <p:cNvPicPr preferRelativeResize="0"/>
          <p:nvPr/>
        </p:nvPicPr>
        <p:blipFill rotWithShape="1">
          <a:blip r:embed="rId5">
            <a:alphaModFix/>
          </a:blip>
          <a:srcRect/>
          <a:stretch/>
        </p:blipFill>
        <p:spPr>
          <a:xfrm>
            <a:off x="7772950" y="595323"/>
            <a:ext cx="3043248" cy="1463452"/>
          </a:xfrm>
          <a:prstGeom prst="rect">
            <a:avLst/>
          </a:prstGeom>
          <a:noFill/>
          <a:ln>
            <a:noFill/>
          </a:ln>
        </p:spPr>
      </p:pic>
      <p:sp>
        <p:nvSpPr>
          <p:cNvPr id="497" name="Google Shape;497;p23"/>
          <p:cNvSpPr/>
          <p:nvPr/>
        </p:nvSpPr>
        <p:spPr>
          <a:xfrm>
            <a:off x="7000877" y="1712922"/>
            <a:ext cx="4581900" cy="207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Open Sans"/>
                <a:ea typeface="Open Sans"/>
                <a:cs typeface="Open Sans"/>
                <a:sym typeface="Open Sans"/>
              </a:rPr>
              <a:t>TẬP ĐOÀN BƯU CHÍNH VIỄN THÔNG VIỆT NAM</a:t>
            </a:r>
            <a:endParaRPr sz="1500" b="0" i="0" u="none" strike="noStrike" cap="none">
              <a:solidFill>
                <a:schemeClr val="dk1"/>
              </a:solidFill>
              <a:latin typeface="Open Sans"/>
              <a:ea typeface="Open Sans"/>
              <a:cs typeface="Open Sans"/>
              <a:sym typeface="Open Sans"/>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1"/>
                                        </p:tgtEl>
                                        <p:attrNameLst>
                                          <p:attrName>style.visibility</p:attrName>
                                        </p:attrNameLst>
                                      </p:cBhvr>
                                      <p:to>
                                        <p:strVal val="visible"/>
                                      </p:to>
                                    </p:set>
                                    <p:anim calcmode="lin" valueType="num">
                                      <p:cBhvr additive="base">
                                        <p:cTn id="7" dur="1500"/>
                                        <p:tgtEl>
                                          <p:spTgt spid="491"/>
                                        </p:tgtEl>
                                        <p:attrNameLst>
                                          <p:attrName>ppt_x</p:attrName>
                                        </p:attrNameLst>
                                      </p:cBhvr>
                                      <p:tavLst>
                                        <p:tav tm="0">
                                          <p:val>
                                            <p:strVal val="#ppt_x-1"/>
                                          </p:val>
                                        </p:tav>
                                        <p:tav tm="100000">
                                          <p:val>
                                            <p:strVal val="#ppt_x"/>
                                          </p:val>
                                        </p:tav>
                                      </p:tavLst>
                                    </p:anim>
                                  </p:childTnLst>
                                </p:cTn>
                              </p:par>
                              <p:par>
                                <p:cTn id="8" presetID="10" presetClass="exit" presetSubtype="0" fill="hold" nodeType="withEffect">
                                  <p:stCondLst>
                                    <p:cond delay="1000"/>
                                  </p:stCondLst>
                                  <p:childTnLst>
                                    <p:animEffect transition="out" filter="fade">
                                      <p:cBhvr>
                                        <p:cTn id="9" dur="500"/>
                                        <p:tgtEl>
                                          <p:spTgt spid="491"/>
                                        </p:tgtEl>
                                      </p:cBhvr>
                                    </p:animEffect>
                                    <p:set>
                                      <p:cBhvr>
                                        <p:cTn id="10" dur="1" fill="hold">
                                          <p:stCondLst>
                                            <p:cond delay="500"/>
                                          </p:stCondLst>
                                        </p:cTn>
                                        <p:tgtEl>
                                          <p:spTgt spid="4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593</TotalTime>
  <Words>3003</Words>
  <Application>Microsoft Office PowerPoint</Application>
  <PresentationFormat>Widescreen</PresentationFormat>
  <Paragraphs>211</Paragraphs>
  <Slides>37</Slides>
  <Notes>37</Notes>
  <HiddenSlides>1</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37</vt:i4>
      </vt:variant>
    </vt:vector>
  </HeadingPairs>
  <TitlesOfParts>
    <vt:vector size="48" baseType="lpstr">
      <vt:lpstr>Montserrat</vt:lpstr>
      <vt:lpstr>Calibri</vt:lpstr>
      <vt:lpstr>Arial</vt:lpstr>
      <vt:lpstr>Times New Roman</vt:lpstr>
      <vt:lpstr>Lato</vt:lpstr>
      <vt:lpstr>Avenir</vt:lpstr>
      <vt:lpstr>Open Sans</vt:lpstr>
      <vt:lpstr>Tahoma</vt:lpstr>
      <vt:lpstr>1_Office Theme</vt:lpstr>
      <vt:lpstr>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minhnv1203</dc:creator>
  <cp:lastModifiedBy>VNN.R9</cp:lastModifiedBy>
  <cp:revision>51</cp:revision>
  <dcterms:created xsi:type="dcterms:W3CDTF">2022-06-14T01:28:00Z</dcterms:created>
  <dcterms:modified xsi:type="dcterms:W3CDTF">2026-08-11T03:58:10Z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84C901F20C4B4A5590A8E3B5DDE1F261_13</vt:lpwstr>
  </property>
</Properties>
</file>